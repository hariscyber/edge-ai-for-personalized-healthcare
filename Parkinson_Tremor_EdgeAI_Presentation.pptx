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14" autoAdjust="0"/>
  </p:normalViewPr>
  <p:slideViewPr>
    <p:cSldViewPr snapToGrid="0" snapToObjects="1">
      <p:cViewPr varScale="1">
        <p:scale>
          <a:sx n="69" d="100"/>
          <a:sy n="69" d="100"/>
        </p:scale>
        <p:origin x="18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64F65A-894F-40E5-AC3B-5045EBD98ABD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6C49AF-7589-4096-B168-F3BF3752587C}">
      <dgm:prSet/>
      <dgm:spPr/>
      <dgm:t>
        <a:bodyPr/>
        <a:lstStyle/>
        <a:p>
          <a:r>
            <a:rPr lang="en-US" b="1"/>
            <a:t>Primary Users</a:t>
          </a:r>
          <a:endParaRPr lang="en-US"/>
        </a:p>
      </dgm:t>
    </dgm:pt>
    <dgm:pt modelId="{7601622E-658F-40D3-B54B-4879F5E5555A}" type="parTrans" cxnId="{CEA83D5F-913C-4D57-AE38-EC6277FF25E8}">
      <dgm:prSet/>
      <dgm:spPr/>
      <dgm:t>
        <a:bodyPr/>
        <a:lstStyle/>
        <a:p>
          <a:endParaRPr lang="en-US"/>
        </a:p>
      </dgm:t>
    </dgm:pt>
    <dgm:pt modelId="{CD977A05-5AA1-4BFF-B174-20E1EDFC2DF2}" type="sibTrans" cxnId="{CEA83D5F-913C-4D57-AE38-EC6277FF25E8}">
      <dgm:prSet/>
      <dgm:spPr/>
      <dgm:t>
        <a:bodyPr/>
        <a:lstStyle/>
        <a:p>
          <a:endParaRPr lang="en-US"/>
        </a:p>
      </dgm:t>
    </dgm:pt>
    <dgm:pt modelId="{A9E3574D-5194-4FAF-ACEE-2F6197C59285}">
      <dgm:prSet/>
      <dgm:spPr/>
      <dgm:t>
        <a:bodyPr/>
        <a:lstStyle/>
        <a:p>
          <a:r>
            <a:rPr lang="en-US" b="1"/>
            <a:t>Patients:</a:t>
          </a:r>
          <a:r>
            <a:rPr lang="en-US"/>
            <a:t> Monitor tremor at home to detect early Parkinson’s signs and track progression.</a:t>
          </a:r>
        </a:p>
      </dgm:t>
    </dgm:pt>
    <dgm:pt modelId="{C922DE1B-6D91-4639-ACF6-6FB07915AD46}" type="parTrans" cxnId="{1547A1E2-22F6-4870-B3E6-63D094E50DD9}">
      <dgm:prSet/>
      <dgm:spPr/>
      <dgm:t>
        <a:bodyPr/>
        <a:lstStyle/>
        <a:p>
          <a:endParaRPr lang="en-US"/>
        </a:p>
      </dgm:t>
    </dgm:pt>
    <dgm:pt modelId="{1725BBAB-EB7F-4323-A76C-8CAD0B3A549E}" type="sibTrans" cxnId="{1547A1E2-22F6-4870-B3E6-63D094E50DD9}">
      <dgm:prSet/>
      <dgm:spPr/>
      <dgm:t>
        <a:bodyPr/>
        <a:lstStyle/>
        <a:p>
          <a:endParaRPr lang="en-US"/>
        </a:p>
      </dgm:t>
    </dgm:pt>
    <dgm:pt modelId="{ED1C7422-9E44-45A7-AD4B-075811DB6F90}">
      <dgm:prSet/>
      <dgm:spPr/>
      <dgm:t>
        <a:bodyPr/>
        <a:lstStyle/>
        <a:p>
          <a:r>
            <a:rPr lang="en-US" b="1"/>
            <a:t>Clinicians / Neurologists:</a:t>
          </a:r>
          <a:r>
            <a:rPr lang="en-US"/>
            <a:t> Access objective tremor data to support diagnosis, treatment plans, and clinical studies.</a:t>
          </a:r>
        </a:p>
      </dgm:t>
    </dgm:pt>
    <dgm:pt modelId="{B8C538F9-B6A6-4F9A-9F3A-52043FDC5BA8}" type="parTrans" cxnId="{D45803F2-F8E4-4E83-8ED1-1C88FD2B3CF9}">
      <dgm:prSet/>
      <dgm:spPr/>
      <dgm:t>
        <a:bodyPr/>
        <a:lstStyle/>
        <a:p>
          <a:endParaRPr lang="en-US"/>
        </a:p>
      </dgm:t>
    </dgm:pt>
    <dgm:pt modelId="{9A3B8ED7-AC74-4BBB-8ECD-A79AB3AA0D45}" type="sibTrans" cxnId="{D45803F2-F8E4-4E83-8ED1-1C88FD2B3CF9}">
      <dgm:prSet/>
      <dgm:spPr/>
      <dgm:t>
        <a:bodyPr/>
        <a:lstStyle/>
        <a:p>
          <a:endParaRPr lang="en-US"/>
        </a:p>
      </dgm:t>
    </dgm:pt>
    <dgm:pt modelId="{5F077DC0-25BD-4B22-A4B1-9C8C74383420}">
      <dgm:prSet/>
      <dgm:spPr/>
      <dgm:t>
        <a:bodyPr/>
        <a:lstStyle/>
        <a:p>
          <a:r>
            <a:rPr lang="en-US" b="1"/>
            <a:t>Caregivers / Family Members:</a:t>
          </a:r>
          <a:r>
            <a:rPr lang="en-US"/>
            <a:t> Receive alerts and monitor patient movement patterns remotely.</a:t>
          </a:r>
        </a:p>
      </dgm:t>
    </dgm:pt>
    <dgm:pt modelId="{96107A32-A3F9-4008-B2BB-9A6244ED5EB0}" type="parTrans" cxnId="{B0533003-9FD7-4D4B-9048-226AF527470F}">
      <dgm:prSet/>
      <dgm:spPr/>
      <dgm:t>
        <a:bodyPr/>
        <a:lstStyle/>
        <a:p>
          <a:endParaRPr lang="en-US"/>
        </a:p>
      </dgm:t>
    </dgm:pt>
    <dgm:pt modelId="{48E49053-C2AF-4B51-9D14-2D2660F4EFEC}" type="sibTrans" cxnId="{B0533003-9FD7-4D4B-9048-226AF527470F}">
      <dgm:prSet/>
      <dgm:spPr/>
      <dgm:t>
        <a:bodyPr/>
        <a:lstStyle/>
        <a:p>
          <a:endParaRPr lang="en-US"/>
        </a:p>
      </dgm:t>
    </dgm:pt>
    <dgm:pt modelId="{736CB146-B259-4B88-AE94-F203EFEFC071}">
      <dgm:prSet/>
      <dgm:spPr/>
      <dgm:t>
        <a:bodyPr/>
        <a:lstStyle/>
        <a:p>
          <a:r>
            <a:rPr lang="en-US" b="1"/>
            <a:t>Use Cases</a:t>
          </a:r>
          <a:endParaRPr lang="en-US"/>
        </a:p>
      </dgm:t>
    </dgm:pt>
    <dgm:pt modelId="{B3F00A82-ED98-4DFA-8849-84912963B3A2}" type="parTrans" cxnId="{B99C6E9D-B378-420A-AF9F-EB22A278C2CB}">
      <dgm:prSet/>
      <dgm:spPr/>
      <dgm:t>
        <a:bodyPr/>
        <a:lstStyle/>
        <a:p>
          <a:endParaRPr lang="en-US"/>
        </a:p>
      </dgm:t>
    </dgm:pt>
    <dgm:pt modelId="{7714FF8B-6E7E-49D5-98A4-EB7A5EB2020E}" type="sibTrans" cxnId="{B99C6E9D-B378-420A-AF9F-EB22A278C2CB}">
      <dgm:prSet/>
      <dgm:spPr/>
      <dgm:t>
        <a:bodyPr/>
        <a:lstStyle/>
        <a:p>
          <a:endParaRPr lang="en-US"/>
        </a:p>
      </dgm:t>
    </dgm:pt>
    <dgm:pt modelId="{BD5F4177-D2AB-4932-A3A5-232CDA270EB9}">
      <dgm:prSet/>
      <dgm:spPr/>
      <dgm:t>
        <a:bodyPr/>
        <a:lstStyle/>
        <a:p>
          <a:r>
            <a:rPr lang="en-US" b="1"/>
            <a:t>Home Monitoring:</a:t>
          </a:r>
          <a:r>
            <a:rPr lang="en-US"/>
            <a:t> Continuous tracking of tremor frequency and movement patterns without hospital visits.</a:t>
          </a:r>
        </a:p>
      </dgm:t>
    </dgm:pt>
    <dgm:pt modelId="{C63E1989-8E71-418E-BF9C-A7EB0C218FBD}" type="parTrans" cxnId="{2164149A-7B1F-4FD2-AB20-CC0665DB16B2}">
      <dgm:prSet/>
      <dgm:spPr/>
      <dgm:t>
        <a:bodyPr/>
        <a:lstStyle/>
        <a:p>
          <a:endParaRPr lang="en-US"/>
        </a:p>
      </dgm:t>
    </dgm:pt>
    <dgm:pt modelId="{D30AD919-EC99-4151-83AC-A8375B3C2A93}" type="sibTrans" cxnId="{2164149A-7B1F-4FD2-AB20-CC0665DB16B2}">
      <dgm:prSet/>
      <dgm:spPr/>
      <dgm:t>
        <a:bodyPr/>
        <a:lstStyle/>
        <a:p>
          <a:endParaRPr lang="en-US"/>
        </a:p>
      </dgm:t>
    </dgm:pt>
    <dgm:pt modelId="{67A57327-C9B4-4229-B14B-3E1FD8AA482B}">
      <dgm:prSet/>
      <dgm:spPr/>
      <dgm:t>
        <a:bodyPr/>
        <a:lstStyle/>
        <a:p>
          <a:r>
            <a:rPr lang="en-US" b="1"/>
            <a:t>Clinical Trials:</a:t>
          </a:r>
          <a:r>
            <a:rPr lang="en-US"/>
            <a:t> Provide standardized, real-time tremor data for research and medication assessment.</a:t>
          </a:r>
        </a:p>
      </dgm:t>
    </dgm:pt>
    <dgm:pt modelId="{F28712C2-4B00-4E9E-9E55-64EFCF17FC46}" type="parTrans" cxnId="{484BDFFB-E477-4F06-B581-1AE4D259BECC}">
      <dgm:prSet/>
      <dgm:spPr/>
      <dgm:t>
        <a:bodyPr/>
        <a:lstStyle/>
        <a:p>
          <a:endParaRPr lang="en-US"/>
        </a:p>
      </dgm:t>
    </dgm:pt>
    <dgm:pt modelId="{95662614-1AEE-410E-B7F9-3CEF391D735F}" type="sibTrans" cxnId="{484BDFFB-E477-4F06-B581-1AE4D259BECC}">
      <dgm:prSet/>
      <dgm:spPr/>
      <dgm:t>
        <a:bodyPr/>
        <a:lstStyle/>
        <a:p>
          <a:endParaRPr lang="en-US"/>
        </a:p>
      </dgm:t>
    </dgm:pt>
    <dgm:pt modelId="{21FF9290-F7BD-4960-9757-A1C706471360}">
      <dgm:prSet/>
      <dgm:spPr/>
      <dgm:t>
        <a:bodyPr/>
        <a:lstStyle/>
        <a:p>
          <a:r>
            <a:rPr lang="en-US" b="1"/>
            <a:t>Early Screening:</a:t>
          </a:r>
          <a:r>
            <a:rPr lang="en-US"/>
            <a:t> Detect subtle tremors in at-risk populations before clinical diagnosis.</a:t>
          </a:r>
        </a:p>
      </dgm:t>
    </dgm:pt>
    <dgm:pt modelId="{53C3FF17-01E2-4472-8EF1-8C5549580DDF}" type="parTrans" cxnId="{B89E85A5-FC15-4D04-BAEF-44C676FAAB99}">
      <dgm:prSet/>
      <dgm:spPr/>
      <dgm:t>
        <a:bodyPr/>
        <a:lstStyle/>
        <a:p>
          <a:endParaRPr lang="en-US"/>
        </a:p>
      </dgm:t>
    </dgm:pt>
    <dgm:pt modelId="{6EBAB9B3-F280-422D-915A-988B189EF4DA}" type="sibTrans" cxnId="{B89E85A5-FC15-4D04-BAEF-44C676FAAB99}">
      <dgm:prSet/>
      <dgm:spPr/>
      <dgm:t>
        <a:bodyPr/>
        <a:lstStyle/>
        <a:p>
          <a:endParaRPr lang="en-US"/>
        </a:p>
      </dgm:t>
    </dgm:pt>
    <dgm:pt modelId="{1CE095E4-70C3-43D8-85D7-8B07014ADA8B}">
      <dgm:prSet/>
      <dgm:spPr/>
      <dgm:t>
        <a:bodyPr/>
        <a:lstStyle/>
        <a:p>
          <a:r>
            <a:rPr lang="en-US" b="1"/>
            <a:t>Deployment Options</a:t>
          </a:r>
          <a:endParaRPr lang="en-US"/>
        </a:p>
      </dgm:t>
    </dgm:pt>
    <dgm:pt modelId="{369C7F9A-B647-4E3C-813B-0A027C34F7C1}" type="parTrans" cxnId="{9588F5EC-06D2-4DBC-979C-3B765E722D93}">
      <dgm:prSet/>
      <dgm:spPr/>
      <dgm:t>
        <a:bodyPr/>
        <a:lstStyle/>
        <a:p>
          <a:endParaRPr lang="en-US"/>
        </a:p>
      </dgm:t>
    </dgm:pt>
    <dgm:pt modelId="{259D4C43-80BA-40F6-B4ED-DBA8F24BE668}" type="sibTrans" cxnId="{9588F5EC-06D2-4DBC-979C-3B765E722D93}">
      <dgm:prSet/>
      <dgm:spPr/>
      <dgm:t>
        <a:bodyPr/>
        <a:lstStyle/>
        <a:p>
          <a:endParaRPr lang="en-US"/>
        </a:p>
      </dgm:t>
    </dgm:pt>
    <dgm:pt modelId="{A6276611-C086-4F3A-8C68-BBFE420C6802}">
      <dgm:prSet/>
      <dgm:spPr/>
      <dgm:t>
        <a:bodyPr/>
        <a:lstStyle/>
        <a:p>
          <a:r>
            <a:rPr lang="en-US" b="1"/>
            <a:t>Phone App:</a:t>
          </a:r>
          <a:r>
            <a:rPr lang="en-US"/>
            <a:t> Collect IMU data, run Edge ML models, and visualize tremor analysis.</a:t>
          </a:r>
        </a:p>
      </dgm:t>
    </dgm:pt>
    <dgm:pt modelId="{DA587FC5-81AE-4018-ADFC-93E8F5409B06}" type="parTrans" cxnId="{AF332760-6099-458A-B69C-4EED2B0F1B3F}">
      <dgm:prSet/>
      <dgm:spPr/>
      <dgm:t>
        <a:bodyPr/>
        <a:lstStyle/>
        <a:p>
          <a:endParaRPr lang="en-US"/>
        </a:p>
      </dgm:t>
    </dgm:pt>
    <dgm:pt modelId="{D3D3BE36-C791-4D65-BC09-499929BEF342}" type="sibTrans" cxnId="{AF332760-6099-458A-B69C-4EED2B0F1B3F}">
      <dgm:prSet/>
      <dgm:spPr/>
      <dgm:t>
        <a:bodyPr/>
        <a:lstStyle/>
        <a:p>
          <a:endParaRPr lang="en-US"/>
        </a:p>
      </dgm:t>
    </dgm:pt>
    <dgm:pt modelId="{747933CD-4406-495D-95AC-DEB9F4B94375}">
      <dgm:prSet/>
      <dgm:spPr/>
      <dgm:t>
        <a:bodyPr/>
        <a:lstStyle/>
        <a:p>
          <a:r>
            <a:rPr lang="en-US" b="1"/>
            <a:t>Smartwatch / Wearable Companion:</a:t>
          </a:r>
          <a:r>
            <a:rPr lang="en-US"/>
            <a:t> Lightweight, always-on tremor detection on wrist sensors.</a:t>
          </a:r>
        </a:p>
      </dgm:t>
    </dgm:pt>
    <dgm:pt modelId="{A2A1B7A4-A962-4A39-B48E-EA3C48EF278C}" type="parTrans" cxnId="{9834146C-49BA-4157-A7A4-607AE56AA776}">
      <dgm:prSet/>
      <dgm:spPr/>
      <dgm:t>
        <a:bodyPr/>
        <a:lstStyle/>
        <a:p>
          <a:endParaRPr lang="en-US"/>
        </a:p>
      </dgm:t>
    </dgm:pt>
    <dgm:pt modelId="{F4800C14-3498-4CCE-9741-635F268F6BA3}" type="sibTrans" cxnId="{9834146C-49BA-4157-A7A4-607AE56AA776}">
      <dgm:prSet/>
      <dgm:spPr/>
      <dgm:t>
        <a:bodyPr/>
        <a:lstStyle/>
        <a:p>
          <a:endParaRPr lang="en-US"/>
        </a:p>
      </dgm:t>
    </dgm:pt>
    <dgm:pt modelId="{0936332F-B4A0-4F85-848E-8C43330980B4}">
      <dgm:prSet/>
      <dgm:spPr/>
      <dgm:t>
        <a:bodyPr/>
        <a:lstStyle/>
        <a:p>
          <a:r>
            <a:rPr lang="en-US" b="1"/>
            <a:t>Microcontroller / Edge Device:</a:t>
          </a:r>
          <a:r>
            <a:rPr lang="en-US"/>
            <a:t> Offline detection with minimal power and memory consumption for specialized wearable devices.</a:t>
          </a:r>
        </a:p>
      </dgm:t>
    </dgm:pt>
    <dgm:pt modelId="{882FF865-A488-47FB-9C72-AE449357375A}" type="parTrans" cxnId="{693F6126-53E6-4E1D-B20D-04CC5FB6A34F}">
      <dgm:prSet/>
      <dgm:spPr/>
      <dgm:t>
        <a:bodyPr/>
        <a:lstStyle/>
        <a:p>
          <a:endParaRPr lang="en-US"/>
        </a:p>
      </dgm:t>
    </dgm:pt>
    <dgm:pt modelId="{E3D2D083-EFB4-4DA9-8EA4-60763482086F}" type="sibTrans" cxnId="{693F6126-53E6-4E1D-B20D-04CC5FB6A34F}">
      <dgm:prSet/>
      <dgm:spPr/>
      <dgm:t>
        <a:bodyPr/>
        <a:lstStyle/>
        <a:p>
          <a:endParaRPr lang="en-US"/>
        </a:p>
      </dgm:t>
    </dgm:pt>
    <dgm:pt modelId="{3FCDA42D-B5D0-4D26-A0B8-181006A505D7}" type="pres">
      <dgm:prSet presAssocID="{CB64F65A-894F-40E5-AC3B-5045EBD98ABD}" presName="Name0" presStyleCnt="0">
        <dgm:presLayoutVars>
          <dgm:dir/>
          <dgm:resizeHandles val="exact"/>
        </dgm:presLayoutVars>
      </dgm:prSet>
      <dgm:spPr/>
    </dgm:pt>
    <dgm:pt modelId="{FF44E101-EAC0-492B-92F8-4E778F01E69E}" type="pres">
      <dgm:prSet presAssocID="{586C49AF-7589-4096-B168-F3BF3752587C}" presName="node" presStyleLbl="node1" presStyleIdx="0" presStyleCnt="12">
        <dgm:presLayoutVars>
          <dgm:bulletEnabled val="1"/>
        </dgm:presLayoutVars>
      </dgm:prSet>
      <dgm:spPr/>
    </dgm:pt>
    <dgm:pt modelId="{2C027BF5-722E-4B11-8FC8-2CAAC923C6EC}" type="pres">
      <dgm:prSet presAssocID="{CD977A05-5AA1-4BFF-B174-20E1EDFC2DF2}" presName="sibTrans" presStyleLbl="sibTrans1D1" presStyleIdx="0" presStyleCnt="11"/>
      <dgm:spPr/>
    </dgm:pt>
    <dgm:pt modelId="{5D4B3806-17B5-4305-A24A-C1B8FC14E43F}" type="pres">
      <dgm:prSet presAssocID="{CD977A05-5AA1-4BFF-B174-20E1EDFC2DF2}" presName="connectorText" presStyleLbl="sibTrans1D1" presStyleIdx="0" presStyleCnt="11"/>
      <dgm:spPr/>
    </dgm:pt>
    <dgm:pt modelId="{1185C049-6138-4F97-BFFA-C904AD0CEA21}" type="pres">
      <dgm:prSet presAssocID="{A9E3574D-5194-4FAF-ACEE-2F6197C59285}" presName="node" presStyleLbl="node1" presStyleIdx="1" presStyleCnt="12">
        <dgm:presLayoutVars>
          <dgm:bulletEnabled val="1"/>
        </dgm:presLayoutVars>
      </dgm:prSet>
      <dgm:spPr/>
    </dgm:pt>
    <dgm:pt modelId="{ECB0E627-9563-4A23-8E21-966220AF3A52}" type="pres">
      <dgm:prSet presAssocID="{1725BBAB-EB7F-4323-A76C-8CAD0B3A549E}" presName="sibTrans" presStyleLbl="sibTrans1D1" presStyleIdx="1" presStyleCnt="11"/>
      <dgm:spPr/>
    </dgm:pt>
    <dgm:pt modelId="{5BAEDAE2-D05F-4F14-8E7A-48409F4FAA6D}" type="pres">
      <dgm:prSet presAssocID="{1725BBAB-EB7F-4323-A76C-8CAD0B3A549E}" presName="connectorText" presStyleLbl="sibTrans1D1" presStyleIdx="1" presStyleCnt="11"/>
      <dgm:spPr/>
    </dgm:pt>
    <dgm:pt modelId="{D242885E-A780-48E2-B78C-4DD0B95A7CC1}" type="pres">
      <dgm:prSet presAssocID="{ED1C7422-9E44-45A7-AD4B-075811DB6F90}" presName="node" presStyleLbl="node1" presStyleIdx="2" presStyleCnt="12">
        <dgm:presLayoutVars>
          <dgm:bulletEnabled val="1"/>
        </dgm:presLayoutVars>
      </dgm:prSet>
      <dgm:spPr/>
    </dgm:pt>
    <dgm:pt modelId="{9F59DBFF-5EB1-42ED-AC7D-0FA7EA46D0C5}" type="pres">
      <dgm:prSet presAssocID="{9A3B8ED7-AC74-4BBB-8ECD-A79AB3AA0D45}" presName="sibTrans" presStyleLbl="sibTrans1D1" presStyleIdx="2" presStyleCnt="11"/>
      <dgm:spPr/>
    </dgm:pt>
    <dgm:pt modelId="{6CF629A6-82A7-4177-A65F-6CC2956C43AC}" type="pres">
      <dgm:prSet presAssocID="{9A3B8ED7-AC74-4BBB-8ECD-A79AB3AA0D45}" presName="connectorText" presStyleLbl="sibTrans1D1" presStyleIdx="2" presStyleCnt="11"/>
      <dgm:spPr/>
    </dgm:pt>
    <dgm:pt modelId="{F3B7992D-94D4-4CE9-A637-5C84AC2D881A}" type="pres">
      <dgm:prSet presAssocID="{5F077DC0-25BD-4B22-A4B1-9C8C74383420}" presName="node" presStyleLbl="node1" presStyleIdx="3" presStyleCnt="12">
        <dgm:presLayoutVars>
          <dgm:bulletEnabled val="1"/>
        </dgm:presLayoutVars>
      </dgm:prSet>
      <dgm:spPr/>
    </dgm:pt>
    <dgm:pt modelId="{B1D4A82C-CE10-46FE-9D94-EA50DFA47536}" type="pres">
      <dgm:prSet presAssocID="{48E49053-C2AF-4B51-9D14-2D2660F4EFEC}" presName="sibTrans" presStyleLbl="sibTrans1D1" presStyleIdx="3" presStyleCnt="11"/>
      <dgm:spPr/>
    </dgm:pt>
    <dgm:pt modelId="{4BBDE698-BE99-4130-B317-9F1E6DD1589A}" type="pres">
      <dgm:prSet presAssocID="{48E49053-C2AF-4B51-9D14-2D2660F4EFEC}" presName="connectorText" presStyleLbl="sibTrans1D1" presStyleIdx="3" presStyleCnt="11"/>
      <dgm:spPr/>
    </dgm:pt>
    <dgm:pt modelId="{7E1C004D-FE74-4E2E-AB81-2FF28C000190}" type="pres">
      <dgm:prSet presAssocID="{736CB146-B259-4B88-AE94-F203EFEFC071}" presName="node" presStyleLbl="node1" presStyleIdx="4" presStyleCnt="12">
        <dgm:presLayoutVars>
          <dgm:bulletEnabled val="1"/>
        </dgm:presLayoutVars>
      </dgm:prSet>
      <dgm:spPr/>
    </dgm:pt>
    <dgm:pt modelId="{A38435C2-7ABC-444A-A6EA-00C1BC0683AE}" type="pres">
      <dgm:prSet presAssocID="{7714FF8B-6E7E-49D5-98A4-EB7A5EB2020E}" presName="sibTrans" presStyleLbl="sibTrans1D1" presStyleIdx="4" presStyleCnt="11"/>
      <dgm:spPr/>
    </dgm:pt>
    <dgm:pt modelId="{38455502-2E67-4975-90A4-D1F5BC880FA8}" type="pres">
      <dgm:prSet presAssocID="{7714FF8B-6E7E-49D5-98A4-EB7A5EB2020E}" presName="connectorText" presStyleLbl="sibTrans1D1" presStyleIdx="4" presStyleCnt="11"/>
      <dgm:spPr/>
    </dgm:pt>
    <dgm:pt modelId="{56B9AB7B-06DA-4EFD-BD05-F52B524FE913}" type="pres">
      <dgm:prSet presAssocID="{BD5F4177-D2AB-4932-A3A5-232CDA270EB9}" presName="node" presStyleLbl="node1" presStyleIdx="5" presStyleCnt="12">
        <dgm:presLayoutVars>
          <dgm:bulletEnabled val="1"/>
        </dgm:presLayoutVars>
      </dgm:prSet>
      <dgm:spPr/>
    </dgm:pt>
    <dgm:pt modelId="{DA6369B6-2C8A-402C-BD21-3E12B0B46027}" type="pres">
      <dgm:prSet presAssocID="{D30AD919-EC99-4151-83AC-A8375B3C2A93}" presName="sibTrans" presStyleLbl="sibTrans1D1" presStyleIdx="5" presStyleCnt="11"/>
      <dgm:spPr/>
    </dgm:pt>
    <dgm:pt modelId="{8D958EE6-E5CC-4936-98AC-E853FEE735B6}" type="pres">
      <dgm:prSet presAssocID="{D30AD919-EC99-4151-83AC-A8375B3C2A93}" presName="connectorText" presStyleLbl="sibTrans1D1" presStyleIdx="5" presStyleCnt="11"/>
      <dgm:spPr/>
    </dgm:pt>
    <dgm:pt modelId="{B3B2FE78-2E76-4339-AB3D-0CBBD54F36FC}" type="pres">
      <dgm:prSet presAssocID="{67A57327-C9B4-4229-B14B-3E1FD8AA482B}" presName="node" presStyleLbl="node1" presStyleIdx="6" presStyleCnt="12">
        <dgm:presLayoutVars>
          <dgm:bulletEnabled val="1"/>
        </dgm:presLayoutVars>
      </dgm:prSet>
      <dgm:spPr/>
    </dgm:pt>
    <dgm:pt modelId="{CF7F1C16-A5B6-4535-91DD-625DECFBC1E0}" type="pres">
      <dgm:prSet presAssocID="{95662614-1AEE-410E-B7F9-3CEF391D735F}" presName="sibTrans" presStyleLbl="sibTrans1D1" presStyleIdx="6" presStyleCnt="11"/>
      <dgm:spPr/>
    </dgm:pt>
    <dgm:pt modelId="{A5CC5FD0-9EB2-46A1-A00F-8683572A6D68}" type="pres">
      <dgm:prSet presAssocID="{95662614-1AEE-410E-B7F9-3CEF391D735F}" presName="connectorText" presStyleLbl="sibTrans1D1" presStyleIdx="6" presStyleCnt="11"/>
      <dgm:spPr/>
    </dgm:pt>
    <dgm:pt modelId="{E79D7302-D63E-4E20-8DAD-3BBE0C242C1A}" type="pres">
      <dgm:prSet presAssocID="{21FF9290-F7BD-4960-9757-A1C706471360}" presName="node" presStyleLbl="node1" presStyleIdx="7" presStyleCnt="12">
        <dgm:presLayoutVars>
          <dgm:bulletEnabled val="1"/>
        </dgm:presLayoutVars>
      </dgm:prSet>
      <dgm:spPr/>
    </dgm:pt>
    <dgm:pt modelId="{99D08DBC-481E-4DC4-AF72-6F159AC1BE9B}" type="pres">
      <dgm:prSet presAssocID="{6EBAB9B3-F280-422D-915A-988B189EF4DA}" presName="sibTrans" presStyleLbl="sibTrans1D1" presStyleIdx="7" presStyleCnt="11"/>
      <dgm:spPr/>
    </dgm:pt>
    <dgm:pt modelId="{86313B10-9BE7-4CCC-82D4-F344748D6377}" type="pres">
      <dgm:prSet presAssocID="{6EBAB9B3-F280-422D-915A-988B189EF4DA}" presName="connectorText" presStyleLbl="sibTrans1D1" presStyleIdx="7" presStyleCnt="11"/>
      <dgm:spPr/>
    </dgm:pt>
    <dgm:pt modelId="{AD8104F3-B639-4D86-9F9B-01B10F87C3AE}" type="pres">
      <dgm:prSet presAssocID="{1CE095E4-70C3-43D8-85D7-8B07014ADA8B}" presName="node" presStyleLbl="node1" presStyleIdx="8" presStyleCnt="12">
        <dgm:presLayoutVars>
          <dgm:bulletEnabled val="1"/>
        </dgm:presLayoutVars>
      </dgm:prSet>
      <dgm:spPr/>
    </dgm:pt>
    <dgm:pt modelId="{65ED4DB2-032E-4138-876D-FCCBBD469B34}" type="pres">
      <dgm:prSet presAssocID="{259D4C43-80BA-40F6-B4ED-DBA8F24BE668}" presName="sibTrans" presStyleLbl="sibTrans1D1" presStyleIdx="8" presStyleCnt="11"/>
      <dgm:spPr/>
    </dgm:pt>
    <dgm:pt modelId="{DEBD7F6E-033E-49DB-9CE7-6B656E7F0309}" type="pres">
      <dgm:prSet presAssocID="{259D4C43-80BA-40F6-B4ED-DBA8F24BE668}" presName="connectorText" presStyleLbl="sibTrans1D1" presStyleIdx="8" presStyleCnt="11"/>
      <dgm:spPr/>
    </dgm:pt>
    <dgm:pt modelId="{27A00E08-B720-4EF3-A9A6-665E97A77856}" type="pres">
      <dgm:prSet presAssocID="{A6276611-C086-4F3A-8C68-BBFE420C6802}" presName="node" presStyleLbl="node1" presStyleIdx="9" presStyleCnt="12">
        <dgm:presLayoutVars>
          <dgm:bulletEnabled val="1"/>
        </dgm:presLayoutVars>
      </dgm:prSet>
      <dgm:spPr/>
    </dgm:pt>
    <dgm:pt modelId="{45923299-F7EC-405D-96F7-D9D2C329AE2F}" type="pres">
      <dgm:prSet presAssocID="{D3D3BE36-C791-4D65-BC09-499929BEF342}" presName="sibTrans" presStyleLbl="sibTrans1D1" presStyleIdx="9" presStyleCnt="11"/>
      <dgm:spPr/>
    </dgm:pt>
    <dgm:pt modelId="{47D5AC2C-E825-46FA-AC14-AD9A4BD0D669}" type="pres">
      <dgm:prSet presAssocID="{D3D3BE36-C791-4D65-BC09-499929BEF342}" presName="connectorText" presStyleLbl="sibTrans1D1" presStyleIdx="9" presStyleCnt="11"/>
      <dgm:spPr/>
    </dgm:pt>
    <dgm:pt modelId="{C0AA16F8-AB04-4D77-9366-23CC9281B9D5}" type="pres">
      <dgm:prSet presAssocID="{747933CD-4406-495D-95AC-DEB9F4B94375}" presName="node" presStyleLbl="node1" presStyleIdx="10" presStyleCnt="12">
        <dgm:presLayoutVars>
          <dgm:bulletEnabled val="1"/>
        </dgm:presLayoutVars>
      </dgm:prSet>
      <dgm:spPr/>
    </dgm:pt>
    <dgm:pt modelId="{53A510A2-3EA4-4D14-BB12-0A653081D8AC}" type="pres">
      <dgm:prSet presAssocID="{F4800C14-3498-4CCE-9741-635F268F6BA3}" presName="sibTrans" presStyleLbl="sibTrans1D1" presStyleIdx="10" presStyleCnt="11"/>
      <dgm:spPr/>
    </dgm:pt>
    <dgm:pt modelId="{FC226029-AADA-45D7-A058-77DCF82E6F02}" type="pres">
      <dgm:prSet presAssocID="{F4800C14-3498-4CCE-9741-635F268F6BA3}" presName="connectorText" presStyleLbl="sibTrans1D1" presStyleIdx="10" presStyleCnt="11"/>
      <dgm:spPr/>
    </dgm:pt>
    <dgm:pt modelId="{6E918587-4FB0-49B5-9E50-8165A6E25E28}" type="pres">
      <dgm:prSet presAssocID="{0936332F-B4A0-4F85-848E-8C43330980B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B0533003-9FD7-4D4B-9048-226AF527470F}" srcId="{CB64F65A-894F-40E5-AC3B-5045EBD98ABD}" destId="{5F077DC0-25BD-4B22-A4B1-9C8C74383420}" srcOrd="3" destOrd="0" parTransId="{96107A32-A3F9-4008-B2BB-9A6244ED5EB0}" sibTransId="{48E49053-C2AF-4B51-9D14-2D2660F4EFEC}"/>
    <dgm:cxn modelId="{FF05F214-49D6-4574-8F8F-D08E25DA41E4}" type="presOf" srcId="{CB64F65A-894F-40E5-AC3B-5045EBD98ABD}" destId="{3FCDA42D-B5D0-4D26-A0B8-181006A505D7}" srcOrd="0" destOrd="0" presId="urn:microsoft.com/office/officeart/2016/7/layout/RepeatingBendingProcessNew"/>
    <dgm:cxn modelId="{DDDA6518-0DAE-4904-8167-950FBF8CC402}" type="presOf" srcId="{CD977A05-5AA1-4BFF-B174-20E1EDFC2DF2}" destId="{2C027BF5-722E-4B11-8FC8-2CAAC923C6EC}" srcOrd="0" destOrd="0" presId="urn:microsoft.com/office/officeart/2016/7/layout/RepeatingBendingProcessNew"/>
    <dgm:cxn modelId="{31E4431A-41BA-4C0F-9053-559DD075A8B2}" type="presOf" srcId="{48E49053-C2AF-4B51-9D14-2D2660F4EFEC}" destId="{B1D4A82C-CE10-46FE-9D94-EA50DFA47536}" srcOrd="0" destOrd="0" presId="urn:microsoft.com/office/officeart/2016/7/layout/RepeatingBendingProcessNew"/>
    <dgm:cxn modelId="{7E14311D-A15F-4F02-AD0A-EDDB47590838}" type="presOf" srcId="{1CE095E4-70C3-43D8-85D7-8B07014ADA8B}" destId="{AD8104F3-B639-4D86-9F9B-01B10F87C3AE}" srcOrd="0" destOrd="0" presId="urn:microsoft.com/office/officeart/2016/7/layout/RepeatingBendingProcessNew"/>
    <dgm:cxn modelId="{8F74A523-2BD6-40E6-A518-8B38EB144F54}" type="presOf" srcId="{21FF9290-F7BD-4960-9757-A1C706471360}" destId="{E79D7302-D63E-4E20-8DAD-3BBE0C242C1A}" srcOrd="0" destOrd="0" presId="urn:microsoft.com/office/officeart/2016/7/layout/RepeatingBendingProcessNew"/>
    <dgm:cxn modelId="{693F6126-53E6-4E1D-B20D-04CC5FB6A34F}" srcId="{CB64F65A-894F-40E5-AC3B-5045EBD98ABD}" destId="{0936332F-B4A0-4F85-848E-8C43330980B4}" srcOrd="11" destOrd="0" parTransId="{882FF865-A488-47FB-9C72-AE449357375A}" sibTransId="{E3D2D083-EFB4-4DA9-8EA4-60763482086F}"/>
    <dgm:cxn modelId="{0F978F34-2EE1-4FC4-AE45-7386B6AE4BF4}" type="presOf" srcId="{A9E3574D-5194-4FAF-ACEE-2F6197C59285}" destId="{1185C049-6138-4F97-BFFA-C904AD0CEA21}" srcOrd="0" destOrd="0" presId="urn:microsoft.com/office/officeart/2016/7/layout/RepeatingBendingProcessNew"/>
    <dgm:cxn modelId="{86510639-B004-4BC7-9F8D-866890EEE066}" type="presOf" srcId="{259D4C43-80BA-40F6-B4ED-DBA8F24BE668}" destId="{DEBD7F6E-033E-49DB-9CE7-6B656E7F0309}" srcOrd="1" destOrd="0" presId="urn:microsoft.com/office/officeart/2016/7/layout/RepeatingBendingProcessNew"/>
    <dgm:cxn modelId="{BB06763C-3169-49E6-84B2-D9F5C15918B3}" type="presOf" srcId="{736CB146-B259-4B88-AE94-F203EFEFC071}" destId="{7E1C004D-FE74-4E2E-AB81-2FF28C000190}" srcOrd="0" destOrd="0" presId="urn:microsoft.com/office/officeart/2016/7/layout/RepeatingBendingProcessNew"/>
    <dgm:cxn modelId="{CEA83D5F-913C-4D57-AE38-EC6277FF25E8}" srcId="{CB64F65A-894F-40E5-AC3B-5045EBD98ABD}" destId="{586C49AF-7589-4096-B168-F3BF3752587C}" srcOrd="0" destOrd="0" parTransId="{7601622E-658F-40D3-B54B-4879F5E5555A}" sibTransId="{CD977A05-5AA1-4BFF-B174-20E1EDFC2DF2}"/>
    <dgm:cxn modelId="{AF332760-6099-458A-B69C-4EED2B0F1B3F}" srcId="{CB64F65A-894F-40E5-AC3B-5045EBD98ABD}" destId="{A6276611-C086-4F3A-8C68-BBFE420C6802}" srcOrd="9" destOrd="0" parTransId="{DA587FC5-81AE-4018-ADFC-93E8F5409B06}" sibTransId="{D3D3BE36-C791-4D65-BC09-499929BEF342}"/>
    <dgm:cxn modelId="{3FEC3461-DD89-4BF4-B885-8742F1B59761}" type="presOf" srcId="{586C49AF-7589-4096-B168-F3BF3752587C}" destId="{FF44E101-EAC0-492B-92F8-4E778F01E69E}" srcOrd="0" destOrd="0" presId="urn:microsoft.com/office/officeart/2016/7/layout/RepeatingBendingProcessNew"/>
    <dgm:cxn modelId="{36AAC962-2F5D-4392-A1D8-3304BB058201}" type="presOf" srcId="{D3D3BE36-C791-4D65-BC09-499929BEF342}" destId="{45923299-F7EC-405D-96F7-D9D2C329AE2F}" srcOrd="0" destOrd="0" presId="urn:microsoft.com/office/officeart/2016/7/layout/RepeatingBendingProcessNew"/>
    <dgm:cxn modelId="{87321C63-E390-4C87-A1B8-40FC183E0F6A}" type="presOf" srcId="{6EBAB9B3-F280-422D-915A-988B189EF4DA}" destId="{86313B10-9BE7-4CCC-82D4-F344748D6377}" srcOrd="1" destOrd="0" presId="urn:microsoft.com/office/officeart/2016/7/layout/RepeatingBendingProcessNew"/>
    <dgm:cxn modelId="{9834146C-49BA-4157-A7A4-607AE56AA776}" srcId="{CB64F65A-894F-40E5-AC3B-5045EBD98ABD}" destId="{747933CD-4406-495D-95AC-DEB9F4B94375}" srcOrd="10" destOrd="0" parTransId="{A2A1B7A4-A962-4A39-B48E-EA3C48EF278C}" sibTransId="{F4800C14-3498-4CCE-9741-635F268F6BA3}"/>
    <dgm:cxn modelId="{9AB9696C-4844-42A2-A759-1887A44EA465}" type="presOf" srcId="{D3D3BE36-C791-4D65-BC09-499929BEF342}" destId="{47D5AC2C-E825-46FA-AC14-AD9A4BD0D669}" srcOrd="1" destOrd="0" presId="urn:microsoft.com/office/officeart/2016/7/layout/RepeatingBendingProcessNew"/>
    <dgm:cxn modelId="{164A846F-46FD-4CA9-B2AF-013F3AA2BDC7}" type="presOf" srcId="{48E49053-C2AF-4B51-9D14-2D2660F4EFEC}" destId="{4BBDE698-BE99-4130-B317-9F1E6DD1589A}" srcOrd="1" destOrd="0" presId="urn:microsoft.com/office/officeart/2016/7/layout/RepeatingBendingProcessNew"/>
    <dgm:cxn modelId="{7A80EA55-D178-4E4C-9556-845F52F2DAB4}" type="presOf" srcId="{6EBAB9B3-F280-422D-915A-988B189EF4DA}" destId="{99D08DBC-481E-4DC4-AF72-6F159AC1BE9B}" srcOrd="0" destOrd="0" presId="urn:microsoft.com/office/officeart/2016/7/layout/RepeatingBendingProcessNew"/>
    <dgm:cxn modelId="{BEF9867A-B029-4B50-AC0A-D2C3DE5C9812}" type="presOf" srcId="{5F077DC0-25BD-4B22-A4B1-9C8C74383420}" destId="{F3B7992D-94D4-4CE9-A637-5C84AC2D881A}" srcOrd="0" destOrd="0" presId="urn:microsoft.com/office/officeart/2016/7/layout/RepeatingBendingProcessNew"/>
    <dgm:cxn modelId="{2F7C4B7F-585C-4A13-869E-77EBEBDE9D55}" type="presOf" srcId="{7714FF8B-6E7E-49D5-98A4-EB7A5EB2020E}" destId="{A38435C2-7ABC-444A-A6EA-00C1BC0683AE}" srcOrd="0" destOrd="0" presId="urn:microsoft.com/office/officeart/2016/7/layout/RepeatingBendingProcessNew"/>
    <dgm:cxn modelId="{75D3EE84-6F14-446D-8F36-DE1D9FD33BBE}" type="presOf" srcId="{BD5F4177-D2AB-4932-A3A5-232CDA270EB9}" destId="{56B9AB7B-06DA-4EFD-BD05-F52B524FE913}" srcOrd="0" destOrd="0" presId="urn:microsoft.com/office/officeart/2016/7/layout/RepeatingBendingProcessNew"/>
    <dgm:cxn modelId="{2113128B-6AE2-4655-B7F3-BBEFE905CDB2}" type="presOf" srcId="{D30AD919-EC99-4151-83AC-A8375B3C2A93}" destId="{DA6369B6-2C8A-402C-BD21-3E12B0B46027}" srcOrd="0" destOrd="0" presId="urn:microsoft.com/office/officeart/2016/7/layout/RepeatingBendingProcessNew"/>
    <dgm:cxn modelId="{0A2FB48D-0C0A-453A-B6E9-26F8C2E1D705}" type="presOf" srcId="{F4800C14-3498-4CCE-9741-635F268F6BA3}" destId="{FC226029-AADA-45D7-A058-77DCF82E6F02}" srcOrd="1" destOrd="0" presId="urn:microsoft.com/office/officeart/2016/7/layout/RepeatingBendingProcessNew"/>
    <dgm:cxn modelId="{4C12778F-F6C0-4C67-82A3-F6CDCE4CBD35}" type="presOf" srcId="{67A57327-C9B4-4229-B14B-3E1FD8AA482B}" destId="{B3B2FE78-2E76-4339-AB3D-0CBBD54F36FC}" srcOrd="0" destOrd="0" presId="urn:microsoft.com/office/officeart/2016/7/layout/RepeatingBendingProcessNew"/>
    <dgm:cxn modelId="{2164149A-7B1F-4FD2-AB20-CC0665DB16B2}" srcId="{CB64F65A-894F-40E5-AC3B-5045EBD98ABD}" destId="{BD5F4177-D2AB-4932-A3A5-232CDA270EB9}" srcOrd="5" destOrd="0" parTransId="{C63E1989-8E71-418E-BF9C-A7EB0C218FBD}" sibTransId="{D30AD919-EC99-4151-83AC-A8375B3C2A93}"/>
    <dgm:cxn modelId="{B99C6E9D-B378-420A-AF9F-EB22A278C2CB}" srcId="{CB64F65A-894F-40E5-AC3B-5045EBD98ABD}" destId="{736CB146-B259-4B88-AE94-F203EFEFC071}" srcOrd="4" destOrd="0" parTransId="{B3F00A82-ED98-4DFA-8849-84912963B3A2}" sibTransId="{7714FF8B-6E7E-49D5-98A4-EB7A5EB2020E}"/>
    <dgm:cxn modelId="{D092D79F-4597-4B3F-9D5A-E339B9904E5D}" type="presOf" srcId="{9A3B8ED7-AC74-4BBB-8ECD-A79AB3AA0D45}" destId="{6CF629A6-82A7-4177-A65F-6CC2956C43AC}" srcOrd="1" destOrd="0" presId="urn:microsoft.com/office/officeart/2016/7/layout/RepeatingBendingProcessNew"/>
    <dgm:cxn modelId="{B89E85A5-FC15-4D04-BAEF-44C676FAAB99}" srcId="{CB64F65A-894F-40E5-AC3B-5045EBD98ABD}" destId="{21FF9290-F7BD-4960-9757-A1C706471360}" srcOrd="7" destOrd="0" parTransId="{53C3FF17-01E2-4472-8EF1-8C5549580DDF}" sibTransId="{6EBAB9B3-F280-422D-915A-988B189EF4DA}"/>
    <dgm:cxn modelId="{69CC80AA-22DD-4453-84D6-336EE4027C76}" type="presOf" srcId="{9A3B8ED7-AC74-4BBB-8ECD-A79AB3AA0D45}" destId="{9F59DBFF-5EB1-42ED-AC7D-0FA7EA46D0C5}" srcOrd="0" destOrd="0" presId="urn:microsoft.com/office/officeart/2016/7/layout/RepeatingBendingProcessNew"/>
    <dgm:cxn modelId="{4EFA84AA-51C8-44EA-900D-E52FCDD90336}" type="presOf" srcId="{95662614-1AEE-410E-B7F9-3CEF391D735F}" destId="{A5CC5FD0-9EB2-46A1-A00F-8683572A6D68}" srcOrd="1" destOrd="0" presId="urn:microsoft.com/office/officeart/2016/7/layout/RepeatingBendingProcessNew"/>
    <dgm:cxn modelId="{735BB9B2-93B4-4821-B7FA-1E933E70FE8B}" type="presOf" srcId="{95662614-1AEE-410E-B7F9-3CEF391D735F}" destId="{CF7F1C16-A5B6-4535-91DD-625DECFBC1E0}" srcOrd="0" destOrd="0" presId="urn:microsoft.com/office/officeart/2016/7/layout/RepeatingBendingProcessNew"/>
    <dgm:cxn modelId="{25E72CB9-2B13-49CD-924B-DC679166F259}" type="presOf" srcId="{CD977A05-5AA1-4BFF-B174-20E1EDFC2DF2}" destId="{5D4B3806-17B5-4305-A24A-C1B8FC14E43F}" srcOrd="1" destOrd="0" presId="urn:microsoft.com/office/officeart/2016/7/layout/RepeatingBendingProcessNew"/>
    <dgm:cxn modelId="{2DD89DC2-B54E-4586-A0EE-148812F25034}" type="presOf" srcId="{747933CD-4406-495D-95AC-DEB9F4B94375}" destId="{C0AA16F8-AB04-4D77-9366-23CC9281B9D5}" srcOrd="0" destOrd="0" presId="urn:microsoft.com/office/officeart/2016/7/layout/RepeatingBendingProcessNew"/>
    <dgm:cxn modelId="{087E01CF-4C97-4261-9F28-96D6A1D329B6}" type="presOf" srcId="{1725BBAB-EB7F-4323-A76C-8CAD0B3A549E}" destId="{ECB0E627-9563-4A23-8E21-966220AF3A52}" srcOrd="0" destOrd="0" presId="urn:microsoft.com/office/officeart/2016/7/layout/RepeatingBendingProcessNew"/>
    <dgm:cxn modelId="{AF3259D3-6F68-4900-9227-CC63E968DF4A}" type="presOf" srcId="{7714FF8B-6E7E-49D5-98A4-EB7A5EB2020E}" destId="{38455502-2E67-4975-90A4-D1F5BC880FA8}" srcOrd="1" destOrd="0" presId="urn:microsoft.com/office/officeart/2016/7/layout/RepeatingBendingProcessNew"/>
    <dgm:cxn modelId="{A28617D4-C800-424D-B27B-3402478D2840}" type="presOf" srcId="{1725BBAB-EB7F-4323-A76C-8CAD0B3A549E}" destId="{5BAEDAE2-D05F-4F14-8E7A-48409F4FAA6D}" srcOrd="1" destOrd="0" presId="urn:microsoft.com/office/officeart/2016/7/layout/RepeatingBendingProcessNew"/>
    <dgm:cxn modelId="{94EDFBDB-B1D0-45AB-909E-9172F6312FD8}" type="presOf" srcId="{0936332F-B4A0-4F85-848E-8C43330980B4}" destId="{6E918587-4FB0-49B5-9E50-8165A6E25E28}" srcOrd="0" destOrd="0" presId="urn:microsoft.com/office/officeart/2016/7/layout/RepeatingBendingProcessNew"/>
    <dgm:cxn modelId="{1547A1E2-22F6-4870-B3E6-63D094E50DD9}" srcId="{CB64F65A-894F-40E5-AC3B-5045EBD98ABD}" destId="{A9E3574D-5194-4FAF-ACEE-2F6197C59285}" srcOrd="1" destOrd="0" parTransId="{C922DE1B-6D91-4639-ACF6-6FB07915AD46}" sibTransId="{1725BBAB-EB7F-4323-A76C-8CAD0B3A549E}"/>
    <dgm:cxn modelId="{7CF289E5-AFC3-463A-808C-26CF4C7598B3}" type="presOf" srcId="{ED1C7422-9E44-45A7-AD4B-075811DB6F90}" destId="{D242885E-A780-48E2-B78C-4DD0B95A7CC1}" srcOrd="0" destOrd="0" presId="urn:microsoft.com/office/officeart/2016/7/layout/RepeatingBendingProcessNew"/>
    <dgm:cxn modelId="{1E6C67EA-6977-4089-AAAB-C231F6FDB44A}" type="presOf" srcId="{A6276611-C086-4F3A-8C68-BBFE420C6802}" destId="{27A00E08-B720-4EF3-A9A6-665E97A77856}" srcOrd="0" destOrd="0" presId="urn:microsoft.com/office/officeart/2016/7/layout/RepeatingBendingProcessNew"/>
    <dgm:cxn modelId="{9588F5EC-06D2-4DBC-979C-3B765E722D93}" srcId="{CB64F65A-894F-40E5-AC3B-5045EBD98ABD}" destId="{1CE095E4-70C3-43D8-85D7-8B07014ADA8B}" srcOrd="8" destOrd="0" parTransId="{369C7F9A-B647-4E3C-813B-0A027C34F7C1}" sibTransId="{259D4C43-80BA-40F6-B4ED-DBA8F24BE668}"/>
    <dgm:cxn modelId="{6AFCBAF1-E191-4FBB-90BF-2C0700D72BA8}" type="presOf" srcId="{F4800C14-3498-4CCE-9741-635F268F6BA3}" destId="{53A510A2-3EA4-4D14-BB12-0A653081D8AC}" srcOrd="0" destOrd="0" presId="urn:microsoft.com/office/officeart/2016/7/layout/RepeatingBendingProcessNew"/>
    <dgm:cxn modelId="{D45803F2-F8E4-4E83-8ED1-1C88FD2B3CF9}" srcId="{CB64F65A-894F-40E5-AC3B-5045EBD98ABD}" destId="{ED1C7422-9E44-45A7-AD4B-075811DB6F90}" srcOrd="2" destOrd="0" parTransId="{B8C538F9-B6A6-4F9A-9F3A-52043FDC5BA8}" sibTransId="{9A3B8ED7-AC74-4BBB-8ECD-A79AB3AA0D45}"/>
    <dgm:cxn modelId="{47F3F8F5-3B75-4B42-984D-D4082882C7BE}" type="presOf" srcId="{259D4C43-80BA-40F6-B4ED-DBA8F24BE668}" destId="{65ED4DB2-032E-4138-876D-FCCBBD469B34}" srcOrd="0" destOrd="0" presId="urn:microsoft.com/office/officeart/2016/7/layout/RepeatingBendingProcessNew"/>
    <dgm:cxn modelId="{484BDFFB-E477-4F06-B581-1AE4D259BECC}" srcId="{CB64F65A-894F-40E5-AC3B-5045EBD98ABD}" destId="{67A57327-C9B4-4229-B14B-3E1FD8AA482B}" srcOrd="6" destOrd="0" parTransId="{F28712C2-4B00-4E9E-9E55-64EFCF17FC46}" sibTransId="{95662614-1AEE-410E-B7F9-3CEF391D735F}"/>
    <dgm:cxn modelId="{C2580AFF-A71D-4006-BA64-5DEEB8786303}" type="presOf" srcId="{D30AD919-EC99-4151-83AC-A8375B3C2A93}" destId="{8D958EE6-E5CC-4936-98AC-E853FEE735B6}" srcOrd="1" destOrd="0" presId="urn:microsoft.com/office/officeart/2016/7/layout/RepeatingBendingProcessNew"/>
    <dgm:cxn modelId="{28977499-9596-4FC5-9689-0A4EE1E67C76}" type="presParOf" srcId="{3FCDA42D-B5D0-4D26-A0B8-181006A505D7}" destId="{FF44E101-EAC0-492B-92F8-4E778F01E69E}" srcOrd="0" destOrd="0" presId="urn:microsoft.com/office/officeart/2016/7/layout/RepeatingBendingProcessNew"/>
    <dgm:cxn modelId="{24BF0EB8-EB9D-417A-B1F4-ADC9270C4007}" type="presParOf" srcId="{3FCDA42D-B5D0-4D26-A0B8-181006A505D7}" destId="{2C027BF5-722E-4B11-8FC8-2CAAC923C6EC}" srcOrd="1" destOrd="0" presId="urn:microsoft.com/office/officeart/2016/7/layout/RepeatingBendingProcessNew"/>
    <dgm:cxn modelId="{9F0CE3CE-26E8-4864-B842-C60076BCCA63}" type="presParOf" srcId="{2C027BF5-722E-4B11-8FC8-2CAAC923C6EC}" destId="{5D4B3806-17B5-4305-A24A-C1B8FC14E43F}" srcOrd="0" destOrd="0" presId="urn:microsoft.com/office/officeart/2016/7/layout/RepeatingBendingProcessNew"/>
    <dgm:cxn modelId="{2F47516E-A85E-41FB-88A6-5373660DA782}" type="presParOf" srcId="{3FCDA42D-B5D0-4D26-A0B8-181006A505D7}" destId="{1185C049-6138-4F97-BFFA-C904AD0CEA21}" srcOrd="2" destOrd="0" presId="urn:microsoft.com/office/officeart/2016/7/layout/RepeatingBendingProcessNew"/>
    <dgm:cxn modelId="{ACCDB4D9-8554-440B-B24D-3BADB5D4777A}" type="presParOf" srcId="{3FCDA42D-B5D0-4D26-A0B8-181006A505D7}" destId="{ECB0E627-9563-4A23-8E21-966220AF3A52}" srcOrd="3" destOrd="0" presId="urn:microsoft.com/office/officeart/2016/7/layout/RepeatingBendingProcessNew"/>
    <dgm:cxn modelId="{C69F71B4-288C-44B5-A251-6B705D1697F2}" type="presParOf" srcId="{ECB0E627-9563-4A23-8E21-966220AF3A52}" destId="{5BAEDAE2-D05F-4F14-8E7A-48409F4FAA6D}" srcOrd="0" destOrd="0" presId="urn:microsoft.com/office/officeart/2016/7/layout/RepeatingBendingProcessNew"/>
    <dgm:cxn modelId="{C858D8B7-401E-4D9D-916E-5AB334301D82}" type="presParOf" srcId="{3FCDA42D-B5D0-4D26-A0B8-181006A505D7}" destId="{D242885E-A780-48E2-B78C-4DD0B95A7CC1}" srcOrd="4" destOrd="0" presId="urn:microsoft.com/office/officeart/2016/7/layout/RepeatingBendingProcessNew"/>
    <dgm:cxn modelId="{2B68B7FC-DB78-4BD3-B2E1-8D05ED1F83E7}" type="presParOf" srcId="{3FCDA42D-B5D0-4D26-A0B8-181006A505D7}" destId="{9F59DBFF-5EB1-42ED-AC7D-0FA7EA46D0C5}" srcOrd="5" destOrd="0" presId="urn:microsoft.com/office/officeart/2016/7/layout/RepeatingBendingProcessNew"/>
    <dgm:cxn modelId="{C0819737-A07F-4AA0-AE89-B36536626A21}" type="presParOf" srcId="{9F59DBFF-5EB1-42ED-AC7D-0FA7EA46D0C5}" destId="{6CF629A6-82A7-4177-A65F-6CC2956C43AC}" srcOrd="0" destOrd="0" presId="urn:microsoft.com/office/officeart/2016/7/layout/RepeatingBendingProcessNew"/>
    <dgm:cxn modelId="{BA60300F-1CC3-40AD-B151-30656BA5BE4E}" type="presParOf" srcId="{3FCDA42D-B5D0-4D26-A0B8-181006A505D7}" destId="{F3B7992D-94D4-4CE9-A637-5C84AC2D881A}" srcOrd="6" destOrd="0" presId="urn:microsoft.com/office/officeart/2016/7/layout/RepeatingBendingProcessNew"/>
    <dgm:cxn modelId="{129985E9-F27B-418B-BA2A-8EA8732D2F3B}" type="presParOf" srcId="{3FCDA42D-B5D0-4D26-A0B8-181006A505D7}" destId="{B1D4A82C-CE10-46FE-9D94-EA50DFA47536}" srcOrd="7" destOrd="0" presId="urn:microsoft.com/office/officeart/2016/7/layout/RepeatingBendingProcessNew"/>
    <dgm:cxn modelId="{5D3D54A2-8E8B-4F01-940D-313141FBBC92}" type="presParOf" srcId="{B1D4A82C-CE10-46FE-9D94-EA50DFA47536}" destId="{4BBDE698-BE99-4130-B317-9F1E6DD1589A}" srcOrd="0" destOrd="0" presId="urn:microsoft.com/office/officeart/2016/7/layout/RepeatingBendingProcessNew"/>
    <dgm:cxn modelId="{4830389A-CA94-42AF-B802-D819A921ED78}" type="presParOf" srcId="{3FCDA42D-B5D0-4D26-A0B8-181006A505D7}" destId="{7E1C004D-FE74-4E2E-AB81-2FF28C000190}" srcOrd="8" destOrd="0" presId="urn:microsoft.com/office/officeart/2016/7/layout/RepeatingBendingProcessNew"/>
    <dgm:cxn modelId="{F8918BD1-1668-4B52-BA93-21647A3FD6FF}" type="presParOf" srcId="{3FCDA42D-B5D0-4D26-A0B8-181006A505D7}" destId="{A38435C2-7ABC-444A-A6EA-00C1BC0683AE}" srcOrd="9" destOrd="0" presId="urn:microsoft.com/office/officeart/2016/7/layout/RepeatingBendingProcessNew"/>
    <dgm:cxn modelId="{4911C0E5-1743-4DA9-AF20-29E5B240AF01}" type="presParOf" srcId="{A38435C2-7ABC-444A-A6EA-00C1BC0683AE}" destId="{38455502-2E67-4975-90A4-D1F5BC880FA8}" srcOrd="0" destOrd="0" presId="urn:microsoft.com/office/officeart/2016/7/layout/RepeatingBendingProcessNew"/>
    <dgm:cxn modelId="{9942E317-F393-4ACE-ACFB-E79D13EC32E6}" type="presParOf" srcId="{3FCDA42D-B5D0-4D26-A0B8-181006A505D7}" destId="{56B9AB7B-06DA-4EFD-BD05-F52B524FE913}" srcOrd="10" destOrd="0" presId="urn:microsoft.com/office/officeart/2016/7/layout/RepeatingBendingProcessNew"/>
    <dgm:cxn modelId="{127629C6-D0D1-445D-AA3E-0A5A2A0492E3}" type="presParOf" srcId="{3FCDA42D-B5D0-4D26-A0B8-181006A505D7}" destId="{DA6369B6-2C8A-402C-BD21-3E12B0B46027}" srcOrd="11" destOrd="0" presId="urn:microsoft.com/office/officeart/2016/7/layout/RepeatingBendingProcessNew"/>
    <dgm:cxn modelId="{ABC8ADF9-E394-4618-A83A-9C0810B52230}" type="presParOf" srcId="{DA6369B6-2C8A-402C-BD21-3E12B0B46027}" destId="{8D958EE6-E5CC-4936-98AC-E853FEE735B6}" srcOrd="0" destOrd="0" presId="urn:microsoft.com/office/officeart/2016/7/layout/RepeatingBendingProcessNew"/>
    <dgm:cxn modelId="{217CDAC3-9284-4B51-B4FF-C96BAE2ED714}" type="presParOf" srcId="{3FCDA42D-B5D0-4D26-A0B8-181006A505D7}" destId="{B3B2FE78-2E76-4339-AB3D-0CBBD54F36FC}" srcOrd="12" destOrd="0" presId="urn:microsoft.com/office/officeart/2016/7/layout/RepeatingBendingProcessNew"/>
    <dgm:cxn modelId="{38B4909F-D55F-4115-AEC4-4F4048C73F16}" type="presParOf" srcId="{3FCDA42D-B5D0-4D26-A0B8-181006A505D7}" destId="{CF7F1C16-A5B6-4535-91DD-625DECFBC1E0}" srcOrd="13" destOrd="0" presId="urn:microsoft.com/office/officeart/2016/7/layout/RepeatingBendingProcessNew"/>
    <dgm:cxn modelId="{343870C3-22AA-49CA-9A2B-100140C9BA06}" type="presParOf" srcId="{CF7F1C16-A5B6-4535-91DD-625DECFBC1E0}" destId="{A5CC5FD0-9EB2-46A1-A00F-8683572A6D68}" srcOrd="0" destOrd="0" presId="urn:microsoft.com/office/officeart/2016/7/layout/RepeatingBendingProcessNew"/>
    <dgm:cxn modelId="{35087CB2-A256-490C-813F-146EBA48AA32}" type="presParOf" srcId="{3FCDA42D-B5D0-4D26-A0B8-181006A505D7}" destId="{E79D7302-D63E-4E20-8DAD-3BBE0C242C1A}" srcOrd="14" destOrd="0" presId="urn:microsoft.com/office/officeart/2016/7/layout/RepeatingBendingProcessNew"/>
    <dgm:cxn modelId="{40B3CF1D-0A8D-4334-893D-0D37EC798EAB}" type="presParOf" srcId="{3FCDA42D-B5D0-4D26-A0B8-181006A505D7}" destId="{99D08DBC-481E-4DC4-AF72-6F159AC1BE9B}" srcOrd="15" destOrd="0" presId="urn:microsoft.com/office/officeart/2016/7/layout/RepeatingBendingProcessNew"/>
    <dgm:cxn modelId="{BB7D3BAE-9468-43E5-BE61-4EEC6883095A}" type="presParOf" srcId="{99D08DBC-481E-4DC4-AF72-6F159AC1BE9B}" destId="{86313B10-9BE7-4CCC-82D4-F344748D6377}" srcOrd="0" destOrd="0" presId="urn:microsoft.com/office/officeart/2016/7/layout/RepeatingBendingProcessNew"/>
    <dgm:cxn modelId="{72627319-28E0-41CB-AFA8-45AED2510512}" type="presParOf" srcId="{3FCDA42D-B5D0-4D26-A0B8-181006A505D7}" destId="{AD8104F3-B639-4D86-9F9B-01B10F87C3AE}" srcOrd="16" destOrd="0" presId="urn:microsoft.com/office/officeart/2016/7/layout/RepeatingBendingProcessNew"/>
    <dgm:cxn modelId="{30B08B98-6569-4C63-BBD3-E96B8361D283}" type="presParOf" srcId="{3FCDA42D-B5D0-4D26-A0B8-181006A505D7}" destId="{65ED4DB2-032E-4138-876D-FCCBBD469B34}" srcOrd="17" destOrd="0" presId="urn:microsoft.com/office/officeart/2016/7/layout/RepeatingBendingProcessNew"/>
    <dgm:cxn modelId="{D0473FE5-B8B7-4C91-8B7F-5FFE7FED44BB}" type="presParOf" srcId="{65ED4DB2-032E-4138-876D-FCCBBD469B34}" destId="{DEBD7F6E-033E-49DB-9CE7-6B656E7F0309}" srcOrd="0" destOrd="0" presId="urn:microsoft.com/office/officeart/2016/7/layout/RepeatingBendingProcessNew"/>
    <dgm:cxn modelId="{87255BD8-A592-44F8-AAD5-8FF9F9ACA625}" type="presParOf" srcId="{3FCDA42D-B5D0-4D26-A0B8-181006A505D7}" destId="{27A00E08-B720-4EF3-A9A6-665E97A77856}" srcOrd="18" destOrd="0" presId="urn:microsoft.com/office/officeart/2016/7/layout/RepeatingBendingProcessNew"/>
    <dgm:cxn modelId="{AC8E062F-0BEB-4C8E-9BA5-32B9ED12AE3B}" type="presParOf" srcId="{3FCDA42D-B5D0-4D26-A0B8-181006A505D7}" destId="{45923299-F7EC-405D-96F7-D9D2C329AE2F}" srcOrd="19" destOrd="0" presId="urn:microsoft.com/office/officeart/2016/7/layout/RepeatingBendingProcessNew"/>
    <dgm:cxn modelId="{948A24BD-6458-4648-9070-39AF2DCDBC26}" type="presParOf" srcId="{45923299-F7EC-405D-96F7-D9D2C329AE2F}" destId="{47D5AC2C-E825-46FA-AC14-AD9A4BD0D669}" srcOrd="0" destOrd="0" presId="urn:microsoft.com/office/officeart/2016/7/layout/RepeatingBendingProcessNew"/>
    <dgm:cxn modelId="{9393CBA3-01A5-43C1-82D4-7BAB795E7D45}" type="presParOf" srcId="{3FCDA42D-B5D0-4D26-A0B8-181006A505D7}" destId="{C0AA16F8-AB04-4D77-9366-23CC9281B9D5}" srcOrd="20" destOrd="0" presId="urn:microsoft.com/office/officeart/2016/7/layout/RepeatingBendingProcessNew"/>
    <dgm:cxn modelId="{6E334AA5-D009-49A1-8FF7-B33FF2836506}" type="presParOf" srcId="{3FCDA42D-B5D0-4D26-A0B8-181006A505D7}" destId="{53A510A2-3EA4-4D14-BB12-0A653081D8AC}" srcOrd="21" destOrd="0" presId="urn:microsoft.com/office/officeart/2016/7/layout/RepeatingBendingProcessNew"/>
    <dgm:cxn modelId="{3B16867F-94DC-41F8-92DB-397A49288056}" type="presParOf" srcId="{53A510A2-3EA4-4D14-BB12-0A653081D8AC}" destId="{FC226029-AADA-45D7-A058-77DCF82E6F02}" srcOrd="0" destOrd="0" presId="urn:microsoft.com/office/officeart/2016/7/layout/RepeatingBendingProcessNew"/>
    <dgm:cxn modelId="{2CFE55E5-7A14-4BC2-B173-0E541F4D75AD}" type="presParOf" srcId="{3FCDA42D-B5D0-4D26-A0B8-181006A505D7}" destId="{6E918587-4FB0-49B5-9E50-8165A6E25E28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973E80-7965-4423-BB4E-7474C1656C9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CA5B8B8-0550-44B1-ADBE-EA3D557719FF}">
      <dgm:prSet/>
      <dgm:spPr/>
      <dgm:t>
        <a:bodyPr/>
        <a:lstStyle/>
        <a:p>
          <a:r>
            <a:rPr lang="en-IN" b="1"/>
            <a:t>1. Windowing &amp; Segmentation</a:t>
          </a:r>
          <a:endParaRPr lang="en-US"/>
        </a:p>
      </dgm:t>
    </dgm:pt>
    <dgm:pt modelId="{2AE648E8-D9BD-4ADB-9598-E5C57B8AB91E}" type="parTrans" cxnId="{EBBC50DF-C278-4FCF-9119-78FF44190076}">
      <dgm:prSet/>
      <dgm:spPr/>
      <dgm:t>
        <a:bodyPr/>
        <a:lstStyle/>
        <a:p>
          <a:endParaRPr lang="en-US"/>
        </a:p>
      </dgm:t>
    </dgm:pt>
    <dgm:pt modelId="{62D6CF93-A283-4CC8-A825-E5AE5B1712EE}" type="sibTrans" cxnId="{EBBC50DF-C278-4FCF-9119-78FF44190076}">
      <dgm:prSet/>
      <dgm:spPr/>
      <dgm:t>
        <a:bodyPr/>
        <a:lstStyle/>
        <a:p>
          <a:endParaRPr lang="en-US"/>
        </a:p>
      </dgm:t>
    </dgm:pt>
    <dgm:pt modelId="{02CE3805-7831-4FBC-BE46-27CF1B57A479}">
      <dgm:prSet/>
      <dgm:spPr/>
      <dgm:t>
        <a:bodyPr/>
        <a:lstStyle/>
        <a:p>
          <a:r>
            <a:rPr lang="en-IN"/>
            <a:t>Raw IMU signals (Accelerometer + Gyroscope) are segmented into:</a:t>
          </a:r>
          <a:endParaRPr lang="en-US"/>
        </a:p>
      </dgm:t>
    </dgm:pt>
    <dgm:pt modelId="{C6710CDA-25A7-40DC-B77C-2DACA3D01CD2}" type="parTrans" cxnId="{4412478C-F56E-4EA8-91A6-2B466FADB8C2}">
      <dgm:prSet/>
      <dgm:spPr/>
      <dgm:t>
        <a:bodyPr/>
        <a:lstStyle/>
        <a:p>
          <a:endParaRPr lang="en-US"/>
        </a:p>
      </dgm:t>
    </dgm:pt>
    <dgm:pt modelId="{36DD5DF8-8628-4036-9953-6BDB7AC985B3}" type="sibTrans" cxnId="{4412478C-F56E-4EA8-91A6-2B466FADB8C2}">
      <dgm:prSet/>
      <dgm:spPr/>
      <dgm:t>
        <a:bodyPr/>
        <a:lstStyle/>
        <a:p>
          <a:endParaRPr lang="en-US"/>
        </a:p>
      </dgm:t>
    </dgm:pt>
    <dgm:pt modelId="{CABD0DFE-B976-4031-B0DD-85F9607932A7}">
      <dgm:prSet/>
      <dgm:spPr/>
      <dgm:t>
        <a:bodyPr/>
        <a:lstStyle/>
        <a:p>
          <a:r>
            <a:rPr lang="en-IN" b="1"/>
            <a:t>2-second windows</a:t>
          </a:r>
          <a:r>
            <a:rPr lang="en-IN"/>
            <a:t> (preferred)</a:t>
          </a:r>
          <a:endParaRPr lang="en-US"/>
        </a:p>
      </dgm:t>
    </dgm:pt>
    <dgm:pt modelId="{527FDC37-C096-4BAB-A566-FBE8D904B34C}" type="parTrans" cxnId="{04F2C9D1-DE97-43B7-A41A-682B46288DEF}">
      <dgm:prSet/>
      <dgm:spPr/>
      <dgm:t>
        <a:bodyPr/>
        <a:lstStyle/>
        <a:p>
          <a:endParaRPr lang="en-US"/>
        </a:p>
      </dgm:t>
    </dgm:pt>
    <dgm:pt modelId="{911572CB-2995-4022-9745-49BC7223BDD3}" type="sibTrans" cxnId="{04F2C9D1-DE97-43B7-A41A-682B46288DEF}">
      <dgm:prSet/>
      <dgm:spPr/>
      <dgm:t>
        <a:bodyPr/>
        <a:lstStyle/>
        <a:p>
          <a:endParaRPr lang="en-US"/>
        </a:p>
      </dgm:t>
    </dgm:pt>
    <dgm:pt modelId="{6D4F9B9D-EFD9-48BA-85C8-B1C4496AD5F9}">
      <dgm:prSet/>
      <dgm:spPr/>
      <dgm:t>
        <a:bodyPr/>
        <a:lstStyle/>
        <a:p>
          <a:r>
            <a:rPr lang="en-IN"/>
            <a:t>Optional: </a:t>
          </a:r>
          <a:r>
            <a:rPr lang="en-IN" b="1"/>
            <a:t>1-second windows with 50% overlap</a:t>
          </a:r>
          <a:endParaRPr lang="en-US"/>
        </a:p>
      </dgm:t>
    </dgm:pt>
    <dgm:pt modelId="{B5889E55-B1CD-4DBD-A431-C177E0758F65}" type="parTrans" cxnId="{15ED880F-A63C-4F82-8969-65D3835D61AE}">
      <dgm:prSet/>
      <dgm:spPr/>
      <dgm:t>
        <a:bodyPr/>
        <a:lstStyle/>
        <a:p>
          <a:endParaRPr lang="en-US"/>
        </a:p>
      </dgm:t>
    </dgm:pt>
    <dgm:pt modelId="{93E5DF0F-0E7F-4908-8C9C-5685E08C9400}" type="sibTrans" cxnId="{15ED880F-A63C-4F82-8969-65D3835D61AE}">
      <dgm:prSet/>
      <dgm:spPr/>
      <dgm:t>
        <a:bodyPr/>
        <a:lstStyle/>
        <a:p>
          <a:endParaRPr lang="en-US"/>
        </a:p>
      </dgm:t>
    </dgm:pt>
    <dgm:pt modelId="{4F787630-0C2A-43CC-A1E7-C3CCD35628A0}">
      <dgm:prSet/>
      <dgm:spPr/>
      <dgm:t>
        <a:bodyPr/>
        <a:lstStyle/>
        <a:p>
          <a:r>
            <a:rPr lang="en-IN" dirty="0"/>
            <a:t>Ensures stable frequency-based analysis of tremor (4–6 Hz)</a:t>
          </a:r>
          <a:endParaRPr lang="en-US" dirty="0"/>
        </a:p>
      </dgm:t>
    </dgm:pt>
    <dgm:pt modelId="{D430AD29-F243-4685-BD9F-D24EA9A6F4B2}" type="parTrans" cxnId="{B7C007EF-DA3C-4CC2-ADE1-94E01D695B7A}">
      <dgm:prSet/>
      <dgm:spPr/>
      <dgm:t>
        <a:bodyPr/>
        <a:lstStyle/>
        <a:p>
          <a:endParaRPr lang="en-US"/>
        </a:p>
      </dgm:t>
    </dgm:pt>
    <dgm:pt modelId="{9BC0AF3B-7EB8-4941-A610-88A62D708F52}" type="sibTrans" cxnId="{B7C007EF-DA3C-4CC2-ADE1-94E01D695B7A}">
      <dgm:prSet/>
      <dgm:spPr/>
      <dgm:t>
        <a:bodyPr/>
        <a:lstStyle/>
        <a:p>
          <a:endParaRPr lang="en-US"/>
        </a:p>
      </dgm:t>
    </dgm:pt>
    <dgm:pt modelId="{B12D8F45-3D52-4771-AE32-5FC8591DEBAC}">
      <dgm:prSet/>
      <dgm:spPr/>
      <dgm:t>
        <a:bodyPr/>
        <a:lstStyle/>
        <a:p>
          <a:r>
            <a:rPr lang="en-IN" b="1"/>
            <a:t>2. Filtering</a:t>
          </a:r>
          <a:endParaRPr lang="en-US"/>
        </a:p>
      </dgm:t>
    </dgm:pt>
    <dgm:pt modelId="{38F37E0A-77DE-4574-A347-27D2D698EED0}" type="parTrans" cxnId="{81A9A3E4-0BE1-47BE-8EA6-ADA75C803AFB}">
      <dgm:prSet/>
      <dgm:spPr/>
      <dgm:t>
        <a:bodyPr/>
        <a:lstStyle/>
        <a:p>
          <a:endParaRPr lang="en-US"/>
        </a:p>
      </dgm:t>
    </dgm:pt>
    <dgm:pt modelId="{A5DAC980-6CF2-4C5D-B9EA-1FA98802B6AE}" type="sibTrans" cxnId="{81A9A3E4-0BE1-47BE-8EA6-ADA75C803AFB}">
      <dgm:prSet/>
      <dgm:spPr/>
      <dgm:t>
        <a:bodyPr/>
        <a:lstStyle/>
        <a:p>
          <a:endParaRPr lang="en-US"/>
        </a:p>
      </dgm:t>
    </dgm:pt>
    <dgm:pt modelId="{4F151CE8-F68D-4EB5-BD3A-89E1A4968AC0}">
      <dgm:prSet/>
      <dgm:spPr/>
      <dgm:t>
        <a:bodyPr/>
        <a:lstStyle/>
        <a:p>
          <a:r>
            <a:rPr lang="en-IN" dirty="0"/>
            <a:t>Apply basic preprocessing:</a:t>
          </a:r>
          <a:endParaRPr lang="en-US" dirty="0"/>
        </a:p>
      </dgm:t>
    </dgm:pt>
    <dgm:pt modelId="{C13C7642-D602-4FF2-BD47-B762560334DA}" type="parTrans" cxnId="{2B9F9621-14FF-4168-B411-E0D7E5F44DFD}">
      <dgm:prSet/>
      <dgm:spPr/>
      <dgm:t>
        <a:bodyPr/>
        <a:lstStyle/>
        <a:p>
          <a:endParaRPr lang="en-US"/>
        </a:p>
      </dgm:t>
    </dgm:pt>
    <dgm:pt modelId="{C826F110-1AEC-4DF6-A0BF-0B87295000C9}" type="sibTrans" cxnId="{2B9F9621-14FF-4168-B411-E0D7E5F44DFD}">
      <dgm:prSet/>
      <dgm:spPr/>
      <dgm:t>
        <a:bodyPr/>
        <a:lstStyle/>
        <a:p>
          <a:endParaRPr lang="en-US"/>
        </a:p>
      </dgm:t>
    </dgm:pt>
    <dgm:pt modelId="{6CB66B38-64FE-4F07-84B8-F3839F2430C7}">
      <dgm:prSet/>
      <dgm:spPr/>
      <dgm:t>
        <a:bodyPr/>
        <a:lstStyle/>
        <a:p>
          <a:r>
            <a:rPr lang="en-IN" b="1"/>
            <a:t>Noise reduction</a:t>
          </a:r>
          <a:r>
            <a:rPr lang="en-IN"/>
            <a:t> (high-pass/low-pass filtering depending on sensor noise)</a:t>
          </a:r>
          <a:endParaRPr lang="en-US"/>
        </a:p>
      </dgm:t>
    </dgm:pt>
    <dgm:pt modelId="{A17B1BB4-71B2-4CFE-ADFB-5562FEA9AF49}" type="parTrans" cxnId="{E09997E9-8C0A-487D-A22D-E34DC77DACB9}">
      <dgm:prSet/>
      <dgm:spPr/>
      <dgm:t>
        <a:bodyPr/>
        <a:lstStyle/>
        <a:p>
          <a:endParaRPr lang="en-US"/>
        </a:p>
      </dgm:t>
    </dgm:pt>
    <dgm:pt modelId="{A7977A5E-F06E-4586-AA55-C3994D064EB2}" type="sibTrans" cxnId="{E09997E9-8C0A-487D-A22D-E34DC77DACB9}">
      <dgm:prSet/>
      <dgm:spPr/>
      <dgm:t>
        <a:bodyPr/>
        <a:lstStyle/>
        <a:p>
          <a:endParaRPr lang="en-US"/>
        </a:p>
      </dgm:t>
    </dgm:pt>
    <dgm:pt modelId="{86EE6D94-9F85-460B-879E-A110E975615C}">
      <dgm:prSet/>
      <dgm:spPr/>
      <dgm:t>
        <a:bodyPr/>
        <a:lstStyle/>
        <a:p>
          <a:r>
            <a:rPr lang="en-IN"/>
            <a:t>Remove gravitational component if needed (acc Z-axis)</a:t>
          </a:r>
          <a:endParaRPr lang="en-US"/>
        </a:p>
      </dgm:t>
    </dgm:pt>
    <dgm:pt modelId="{F652D8B7-93E1-44BD-A513-857B1B3824F1}" type="parTrans" cxnId="{70EB218F-2573-4689-991F-8682CFE223EC}">
      <dgm:prSet/>
      <dgm:spPr/>
      <dgm:t>
        <a:bodyPr/>
        <a:lstStyle/>
        <a:p>
          <a:endParaRPr lang="en-US"/>
        </a:p>
      </dgm:t>
    </dgm:pt>
    <dgm:pt modelId="{46D68F60-6ADD-4218-B942-EEBC41D531CE}" type="sibTrans" cxnId="{70EB218F-2573-4689-991F-8682CFE223EC}">
      <dgm:prSet/>
      <dgm:spPr/>
      <dgm:t>
        <a:bodyPr/>
        <a:lstStyle/>
        <a:p>
          <a:endParaRPr lang="en-US"/>
        </a:p>
      </dgm:t>
    </dgm:pt>
    <dgm:pt modelId="{A326EF47-B5C3-41EC-A3BF-BF40BD099504}">
      <dgm:prSet/>
      <dgm:spPr/>
      <dgm:t>
        <a:bodyPr/>
        <a:lstStyle/>
        <a:p>
          <a:r>
            <a:rPr lang="en-IN" dirty="0"/>
            <a:t>Goal: isolate </a:t>
          </a:r>
          <a:r>
            <a:rPr lang="en-IN" b="1" dirty="0"/>
            <a:t>real tremor patterns</a:t>
          </a:r>
          <a:r>
            <a:rPr lang="en-IN" dirty="0"/>
            <a:t> from noise or normal movement</a:t>
          </a:r>
          <a:endParaRPr lang="en-US" dirty="0"/>
        </a:p>
      </dgm:t>
    </dgm:pt>
    <dgm:pt modelId="{F6910E0D-AE03-4F8A-849B-819EC7785BEC}" type="parTrans" cxnId="{BB97C5D1-E3F9-4DB1-B66F-FB61E5BF9CEF}">
      <dgm:prSet/>
      <dgm:spPr/>
      <dgm:t>
        <a:bodyPr/>
        <a:lstStyle/>
        <a:p>
          <a:endParaRPr lang="en-US"/>
        </a:p>
      </dgm:t>
    </dgm:pt>
    <dgm:pt modelId="{9B1442CF-A803-4F15-B042-8E2821C24593}" type="sibTrans" cxnId="{BB97C5D1-E3F9-4DB1-B66F-FB61E5BF9CEF}">
      <dgm:prSet/>
      <dgm:spPr/>
      <dgm:t>
        <a:bodyPr/>
        <a:lstStyle/>
        <a:p>
          <a:endParaRPr lang="en-US"/>
        </a:p>
      </dgm:t>
    </dgm:pt>
    <dgm:pt modelId="{8FAF3AAB-4EFB-4801-A006-F01AF42ADEAF}">
      <dgm:prSet/>
      <dgm:spPr/>
      <dgm:t>
        <a:bodyPr/>
        <a:lstStyle/>
        <a:p>
          <a:r>
            <a:rPr lang="en-IN" b="1"/>
            <a:t>3. Feature Extraction (DSP Block in Edge Impulse)</a:t>
          </a:r>
          <a:endParaRPr lang="en-US"/>
        </a:p>
      </dgm:t>
    </dgm:pt>
    <dgm:pt modelId="{FB938134-7A48-47ED-B308-A5021A969703}" type="parTrans" cxnId="{50C1C707-67AC-4392-B0FD-35929C60516A}">
      <dgm:prSet/>
      <dgm:spPr/>
      <dgm:t>
        <a:bodyPr/>
        <a:lstStyle/>
        <a:p>
          <a:endParaRPr lang="en-US"/>
        </a:p>
      </dgm:t>
    </dgm:pt>
    <dgm:pt modelId="{F78C1D47-EDEA-412D-85A0-E994FCE3FA12}" type="sibTrans" cxnId="{50C1C707-67AC-4392-B0FD-35929C60516A}">
      <dgm:prSet/>
      <dgm:spPr/>
      <dgm:t>
        <a:bodyPr/>
        <a:lstStyle/>
        <a:p>
          <a:endParaRPr lang="en-US"/>
        </a:p>
      </dgm:t>
    </dgm:pt>
    <dgm:pt modelId="{A11E096C-6A74-4F44-A3A7-8B0116EDA781}">
      <dgm:prSet/>
      <dgm:spPr/>
      <dgm:t>
        <a:bodyPr/>
        <a:lstStyle/>
        <a:p>
          <a:r>
            <a:rPr lang="en-IN"/>
            <a:t>You can choose between:</a:t>
          </a:r>
          <a:endParaRPr lang="en-US"/>
        </a:p>
      </dgm:t>
    </dgm:pt>
    <dgm:pt modelId="{526C4180-F506-4EB4-8C6C-28C9540033DA}" type="parTrans" cxnId="{3D4FEE02-DE24-4F86-848D-720DFA9F76FD}">
      <dgm:prSet/>
      <dgm:spPr/>
      <dgm:t>
        <a:bodyPr/>
        <a:lstStyle/>
        <a:p>
          <a:endParaRPr lang="en-US"/>
        </a:p>
      </dgm:t>
    </dgm:pt>
    <dgm:pt modelId="{B8F6D971-735D-41B2-931C-8A24F9F1914E}" type="sibTrans" cxnId="{3D4FEE02-DE24-4F86-848D-720DFA9F76FD}">
      <dgm:prSet/>
      <dgm:spPr/>
      <dgm:t>
        <a:bodyPr/>
        <a:lstStyle/>
        <a:p>
          <a:endParaRPr lang="en-US"/>
        </a:p>
      </dgm:t>
    </dgm:pt>
    <dgm:pt modelId="{F4615E58-A10E-4CA2-919F-A8B12FA85F9D}">
      <dgm:prSet/>
      <dgm:spPr/>
      <dgm:t>
        <a:bodyPr/>
        <a:lstStyle/>
        <a:p>
          <a:r>
            <a:rPr lang="en-IN" b="1"/>
            <a:t>A) Spectrogram (Recommended)</a:t>
          </a:r>
          <a:endParaRPr lang="en-US"/>
        </a:p>
      </dgm:t>
    </dgm:pt>
    <dgm:pt modelId="{772F2044-7156-48F3-A0FD-9F7CA4F31FDE}" type="parTrans" cxnId="{BB9664D4-0CCF-4329-8C3D-9C146C6CEA5A}">
      <dgm:prSet/>
      <dgm:spPr/>
      <dgm:t>
        <a:bodyPr/>
        <a:lstStyle/>
        <a:p>
          <a:endParaRPr lang="en-US"/>
        </a:p>
      </dgm:t>
    </dgm:pt>
    <dgm:pt modelId="{ABDF1481-B6D6-40CA-9D14-9144B01A7A03}" type="sibTrans" cxnId="{BB9664D4-0CCF-4329-8C3D-9C146C6CEA5A}">
      <dgm:prSet/>
      <dgm:spPr/>
      <dgm:t>
        <a:bodyPr/>
        <a:lstStyle/>
        <a:p>
          <a:endParaRPr lang="en-US"/>
        </a:p>
      </dgm:t>
    </dgm:pt>
    <dgm:pt modelId="{AA63134A-730A-4B3F-AD27-3397AF3B1A45}">
      <dgm:prSet/>
      <dgm:spPr/>
      <dgm:t>
        <a:bodyPr/>
        <a:lstStyle/>
        <a:p>
          <a:r>
            <a:rPr lang="en-IN" dirty="0"/>
            <a:t>Converts IMU data into </a:t>
          </a:r>
          <a:r>
            <a:rPr lang="en-IN" b="1" dirty="0"/>
            <a:t>time–frequency representation</a:t>
          </a:r>
          <a:endParaRPr lang="en-US" dirty="0"/>
        </a:p>
      </dgm:t>
    </dgm:pt>
    <dgm:pt modelId="{162AF53E-CB3F-47E9-81B7-9EB5295E6E20}" type="parTrans" cxnId="{31036345-7DDF-4E5A-B245-41341B9E2CA3}">
      <dgm:prSet/>
      <dgm:spPr/>
      <dgm:t>
        <a:bodyPr/>
        <a:lstStyle/>
        <a:p>
          <a:endParaRPr lang="en-US"/>
        </a:p>
      </dgm:t>
    </dgm:pt>
    <dgm:pt modelId="{F10FE274-95A0-4BB5-AB66-2010D185FD47}" type="sibTrans" cxnId="{31036345-7DDF-4E5A-B245-41341B9E2CA3}">
      <dgm:prSet/>
      <dgm:spPr/>
      <dgm:t>
        <a:bodyPr/>
        <a:lstStyle/>
        <a:p>
          <a:endParaRPr lang="en-US"/>
        </a:p>
      </dgm:t>
    </dgm:pt>
    <dgm:pt modelId="{F6A1D7A7-5383-43E0-A977-845D6298FAD2}">
      <dgm:prSet/>
      <dgm:spPr/>
      <dgm:t>
        <a:bodyPr/>
        <a:lstStyle/>
        <a:p>
          <a:r>
            <a:rPr lang="en-IN" dirty="0"/>
            <a:t>Ideal for identifying tremor frequency bands (4–6 Hz)</a:t>
          </a:r>
          <a:endParaRPr lang="en-US" dirty="0"/>
        </a:p>
      </dgm:t>
    </dgm:pt>
    <dgm:pt modelId="{8855ABA9-7568-46CC-A636-B0331C661294}" type="parTrans" cxnId="{34233840-2E90-453F-AABF-DBC6DADDE3A2}">
      <dgm:prSet/>
      <dgm:spPr/>
      <dgm:t>
        <a:bodyPr/>
        <a:lstStyle/>
        <a:p>
          <a:endParaRPr lang="en-US"/>
        </a:p>
      </dgm:t>
    </dgm:pt>
    <dgm:pt modelId="{4683EBE3-99EC-492F-B546-46A282BFB8E4}" type="sibTrans" cxnId="{34233840-2E90-453F-AABF-DBC6DADDE3A2}">
      <dgm:prSet/>
      <dgm:spPr/>
      <dgm:t>
        <a:bodyPr/>
        <a:lstStyle/>
        <a:p>
          <a:endParaRPr lang="en-US"/>
        </a:p>
      </dgm:t>
    </dgm:pt>
    <dgm:pt modelId="{5BE8971D-B35B-43C4-A621-EE98F9CB1A28}">
      <dgm:prSet/>
      <dgm:spPr/>
      <dgm:t>
        <a:bodyPr/>
        <a:lstStyle/>
        <a:p>
          <a:r>
            <a:rPr lang="en-IN" dirty="0"/>
            <a:t>Produces stable inputs for neural networks</a:t>
          </a:r>
          <a:endParaRPr lang="en-US" dirty="0"/>
        </a:p>
      </dgm:t>
    </dgm:pt>
    <dgm:pt modelId="{02F64C2E-6721-4AD6-B6A3-BB8E2C1BE505}" type="parTrans" cxnId="{C5D17F05-1937-4939-A690-9B0CA1D39E48}">
      <dgm:prSet/>
      <dgm:spPr/>
      <dgm:t>
        <a:bodyPr/>
        <a:lstStyle/>
        <a:p>
          <a:endParaRPr lang="en-US"/>
        </a:p>
      </dgm:t>
    </dgm:pt>
    <dgm:pt modelId="{971ED952-2286-4FFD-BBFE-823C2EB6303E}" type="sibTrans" cxnId="{C5D17F05-1937-4939-A690-9B0CA1D39E48}">
      <dgm:prSet/>
      <dgm:spPr/>
      <dgm:t>
        <a:bodyPr/>
        <a:lstStyle/>
        <a:p>
          <a:endParaRPr lang="en-US"/>
        </a:p>
      </dgm:t>
    </dgm:pt>
    <dgm:pt modelId="{15F26F8E-6AE7-4F48-8204-B08356E900FA}">
      <dgm:prSet/>
      <dgm:spPr/>
      <dgm:t>
        <a:bodyPr/>
        <a:lstStyle/>
        <a:p>
          <a:r>
            <a:rPr lang="en-IN" b="1"/>
            <a:t>B) Raw Data</a:t>
          </a:r>
          <a:endParaRPr lang="en-US"/>
        </a:p>
      </dgm:t>
    </dgm:pt>
    <dgm:pt modelId="{11D18D90-F67A-4E9B-8F48-E0AC3843B07F}" type="parTrans" cxnId="{74DB756D-F725-4BF5-9385-6BBB630205CD}">
      <dgm:prSet/>
      <dgm:spPr/>
      <dgm:t>
        <a:bodyPr/>
        <a:lstStyle/>
        <a:p>
          <a:endParaRPr lang="en-US"/>
        </a:p>
      </dgm:t>
    </dgm:pt>
    <dgm:pt modelId="{B91A6AE5-447F-42D6-8D93-D5831133F386}" type="sibTrans" cxnId="{74DB756D-F725-4BF5-9385-6BBB630205CD}">
      <dgm:prSet/>
      <dgm:spPr/>
      <dgm:t>
        <a:bodyPr/>
        <a:lstStyle/>
        <a:p>
          <a:endParaRPr lang="en-US"/>
        </a:p>
      </dgm:t>
    </dgm:pt>
    <dgm:pt modelId="{78E79137-2D8B-4AC5-B6E4-2C1DE8D42F6C}">
      <dgm:prSet/>
      <dgm:spPr/>
      <dgm:t>
        <a:bodyPr/>
        <a:lstStyle/>
        <a:p>
          <a:r>
            <a:rPr lang="en-IN"/>
            <a:t>No feature extraction → raw accelerometer + gyroscope values</a:t>
          </a:r>
          <a:endParaRPr lang="en-US"/>
        </a:p>
      </dgm:t>
    </dgm:pt>
    <dgm:pt modelId="{EBAB0781-D78D-4E01-8736-F912AC1BCD30}" type="parTrans" cxnId="{DF9A1D6B-4D84-4139-B3C3-E7BC265974AD}">
      <dgm:prSet/>
      <dgm:spPr/>
      <dgm:t>
        <a:bodyPr/>
        <a:lstStyle/>
        <a:p>
          <a:endParaRPr lang="en-US"/>
        </a:p>
      </dgm:t>
    </dgm:pt>
    <dgm:pt modelId="{3F27DAF1-7340-4882-8705-EA3D4CB45F0A}" type="sibTrans" cxnId="{DF9A1D6B-4D84-4139-B3C3-E7BC265974AD}">
      <dgm:prSet/>
      <dgm:spPr/>
      <dgm:t>
        <a:bodyPr/>
        <a:lstStyle/>
        <a:p>
          <a:endParaRPr lang="en-US"/>
        </a:p>
      </dgm:t>
    </dgm:pt>
    <dgm:pt modelId="{C0A96134-3BF7-4B33-852B-E73260166B7F}">
      <dgm:prSet/>
      <dgm:spPr/>
      <dgm:t>
        <a:bodyPr/>
        <a:lstStyle/>
        <a:p>
          <a:r>
            <a:rPr lang="en-IN" dirty="0"/>
            <a:t>Lets a deep learning model </a:t>
          </a:r>
          <a:r>
            <a:rPr lang="en-IN" b="1" dirty="0"/>
            <a:t>learn its own features</a:t>
          </a:r>
          <a:endParaRPr lang="en-US" dirty="0"/>
        </a:p>
      </dgm:t>
    </dgm:pt>
    <dgm:pt modelId="{4B4635F2-7C4F-4A65-BB22-20EC5C6A09E2}" type="parTrans" cxnId="{B182A737-3F01-4B20-A744-D69C5384FBAB}">
      <dgm:prSet/>
      <dgm:spPr/>
      <dgm:t>
        <a:bodyPr/>
        <a:lstStyle/>
        <a:p>
          <a:endParaRPr lang="en-US"/>
        </a:p>
      </dgm:t>
    </dgm:pt>
    <dgm:pt modelId="{869E1028-A882-4777-9EFB-5A350E931248}" type="sibTrans" cxnId="{B182A737-3F01-4B20-A744-D69C5384FBAB}">
      <dgm:prSet/>
      <dgm:spPr/>
      <dgm:t>
        <a:bodyPr/>
        <a:lstStyle/>
        <a:p>
          <a:endParaRPr lang="en-US"/>
        </a:p>
      </dgm:t>
    </dgm:pt>
    <dgm:pt modelId="{0DB7FEF1-0EE2-4455-A165-68613977CE0D}">
      <dgm:prSet/>
      <dgm:spPr/>
      <dgm:t>
        <a:bodyPr/>
        <a:lstStyle/>
        <a:p>
          <a:r>
            <a:rPr lang="en-IN" dirty="0"/>
            <a:t>Works best with CNN/LSTM architectures</a:t>
          </a:r>
          <a:endParaRPr lang="en-US" dirty="0"/>
        </a:p>
      </dgm:t>
    </dgm:pt>
    <dgm:pt modelId="{35CE682C-5248-4050-A421-9C0D40857876}" type="parTrans" cxnId="{2B419B17-6383-4F7C-B638-F97A94ACEE26}">
      <dgm:prSet/>
      <dgm:spPr/>
      <dgm:t>
        <a:bodyPr/>
        <a:lstStyle/>
        <a:p>
          <a:endParaRPr lang="en-US"/>
        </a:p>
      </dgm:t>
    </dgm:pt>
    <dgm:pt modelId="{C3917D10-D74F-45EB-8190-6CAD30D0D3CA}" type="sibTrans" cxnId="{2B419B17-6383-4F7C-B638-F97A94ACEE26}">
      <dgm:prSet/>
      <dgm:spPr/>
      <dgm:t>
        <a:bodyPr/>
        <a:lstStyle/>
        <a:p>
          <a:endParaRPr lang="en-US"/>
        </a:p>
      </dgm:t>
    </dgm:pt>
    <dgm:pt modelId="{6E1A6B50-45A0-4A8A-A46A-03CDBF4DCAD9}">
      <dgm:prSet/>
      <dgm:spPr/>
      <dgm:t>
        <a:bodyPr/>
        <a:lstStyle/>
        <a:p>
          <a:r>
            <a:rPr lang="en-IN" b="1" dirty="0"/>
            <a:t>C) MFE (Mel </a:t>
          </a:r>
          <a:r>
            <a:rPr lang="en-IN" b="1" dirty="0" err="1"/>
            <a:t>Filterbank</a:t>
          </a:r>
          <a:r>
            <a:rPr lang="en-IN" b="1" dirty="0"/>
            <a:t> Energy — optional)</a:t>
          </a:r>
          <a:endParaRPr lang="en-US" dirty="0"/>
        </a:p>
      </dgm:t>
    </dgm:pt>
    <dgm:pt modelId="{1CAFECC5-5086-4869-ADD8-694B3636DC0E}" type="parTrans" cxnId="{37F82D93-0E0E-49A6-9D96-A035C1A64759}">
      <dgm:prSet/>
      <dgm:spPr/>
      <dgm:t>
        <a:bodyPr/>
        <a:lstStyle/>
        <a:p>
          <a:endParaRPr lang="en-US"/>
        </a:p>
      </dgm:t>
    </dgm:pt>
    <dgm:pt modelId="{5A5BA930-1A55-489A-A440-8A1492BBD1B7}" type="sibTrans" cxnId="{37F82D93-0E0E-49A6-9D96-A035C1A64759}">
      <dgm:prSet/>
      <dgm:spPr/>
      <dgm:t>
        <a:bodyPr/>
        <a:lstStyle/>
        <a:p>
          <a:endParaRPr lang="en-US"/>
        </a:p>
      </dgm:t>
    </dgm:pt>
    <dgm:pt modelId="{F281BD0F-2A0A-42FB-ACA6-D000598F8364}">
      <dgm:prSet/>
      <dgm:spPr/>
      <dgm:t>
        <a:bodyPr/>
        <a:lstStyle/>
        <a:p>
          <a:r>
            <a:rPr lang="en-IN"/>
            <a:t>Inspired by audio processing</a:t>
          </a:r>
          <a:endParaRPr lang="en-US"/>
        </a:p>
      </dgm:t>
    </dgm:pt>
    <dgm:pt modelId="{EB322647-D611-496B-B756-DDE9E653B2B3}" type="parTrans" cxnId="{E1C4539D-CBAF-456D-9806-CFD241F1D234}">
      <dgm:prSet/>
      <dgm:spPr/>
      <dgm:t>
        <a:bodyPr/>
        <a:lstStyle/>
        <a:p>
          <a:endParaRPr lang="en-US"/>
        </a:p>
      </dgm:t>
    </dgm:pt>
    <dgm:pt modelId="{258E9913-B549-4370-B1B7-4C5B13F71F89}" type="sibTrans" cxnId="{E1C4539D-CBAF-456D-9806-CFD241F1D234}">
      <dgm:prSet/>
      <dgm:spPr/>
      <dgm:t>
        <a:bodyPr/>
        <a:lstStyle/>
        <a:p>
          <a:endParaRPr lang="en-US"/>
        </a:p>
      </dgm:t>
    </dgm:pt>
    <dgm:pt modelId="{05195847-8014-4A2C-AA22-FB42B4129E12}">
      <dgm:prSet/>
      <dgm:spPr/>
      <dgm:t>
        <a:bodyPr/>
        <a:lstStyle/>
        <a:p>
          <a:r>
            <a:rPr lang="en-IN"/>
            <a:t>Works if tremors show distinct harmonic patterns</a:t>
          </a:r>
          <a:endParaRPr lang="en-US"/>
        </a:p>
      </dgm:t>
    </dgm:pt>
    <dgm:pt modelId="{00BF4924-F3F7-43ED-AEDD-809B68C89B3D}" type="parTrans" cxnId="{23D478EB-83D1-42DE-8BD3-755B4D2D2DB3}">
      <dgm:prSet/>
      <dgm:spPr/>
      <dgm:t>
        <a:bodyPr/>
        <a:lstStyle/>
        <a:p>
          <a:endParaRPr lang="en-US"/>
        </a:p>
      </dgm:t>
    </dgm:pt>
    <dgm:pt modelId="{8F4DF9FD-19CA-4745-9A2C-F5F9972F64DF}" type="sibTrans" cxnId="{23D478EB-83D1-42DE-8BD3-755B4D2D2DB3}">
      <dgm:prSet/>
      <dgm:spPr/>
      <dgm:t>
        <a:bodyPr/>
        <a:lstStyle/>
        <a:p>
          <a:endParaRPr lang="en-US"/>
        </a:p>
      </dgm:t>
    </dgm:pt>
    <dgm:pt modelId="{4BACD315-B224-4389-9CEF-24B1395A5992}">
      <dgm:prSet/>
      <dgm:spPr/>
      <dgm:t>
        <a:bodyPr/>
        <a:lstStyle/>
        <a:p>
          <a:r>
            <a:rPr lang="en-IN"/>
            <a:t>Useful when treating motion signals like audio vibrations</a:t>
          </a:r>
          <a:endParaRPr lang="en-US"/>
        </a:p>
      </dgm:t>
    </dgm:pt>
    <dgm:pt modelId="{3E5AA44F-4A6B-4F60-8889-4AB8247A2996}" type="parTrans" cxnId="{7C13F790-F03C-428F-9830-C927AFC9BEBE}">
      <dgm:prSet/>
      <dgm:spPr/>
      <dgm:t>
        <a:bodyPr/>
        <a:lstStyle/>
        <a:p>
          <a:endParaRPr lang="en-US"/>
        </a:p>
      </dgm:t>
    </dgm:pt>
    <dgm:pt modelId="{3DDA259A-6045-4856-8720-CFF3EB92A17A}" type="sibTrans" cxnId="{7C13F790-F03C-428F-9830-C927AFC9BEBE}">
      <dgm:prSet/>
      <dgm:spPr/>
      <dgm:t>
        <a:bodyPr/>
        <a:lstStyle/>
        <a:p>
          <a:endParaRPr lang="en-US"/>
        </a:p>
      </dgm:t>
    </dgm:pt>
    <dgm:pt modelId="{8819BE93-415B-4D66-A931-CF0B39E83535}">
      <dgm:prSet/>
      <dgm:spPr/>
      <dgm:t>
        <a:bodyPr/>
        <a:lstStyle/>
        <a:p>
          <a:r>
            <a:rPr lang="en-IN" b="1"/>
            <a:t>4. Why These Features Work</a:t>
          </a:r>
          <a:endParaRPr lang="en-US"/>
        </a:p>
      </dgm:t>
    </dgm:pt>
    <dgm:pt modelId="{EF7B8FD4-EEF1-4F79-A10A-E859B0AE3A2E}" type="parTrans" cxnId="{1A71AF37-F830-42BF-A03F-EE51C83A508C}">
      <dgm:prSet/>
      <dgm:spPr/>
      <dgm:t>
        <a:bodyPr/>
        <a:lstStyle/>
        <a:p>
          <a:endParaRPr lang="en-US"/>
        </a:p>
      </dgm:t>
    </dgm:pt>
    <dgm:pt modelId="{2F16A81B-B754-4B99-B5AF-1A4C2CEE79EE}" type="sibTrans" cxnId="{1A71AF37-F830-42BF-A03F-EE51C83A508C}">
      <dgm:prSet/>
      <dgm:spPr/>
      <dgm:t>
        <a:bodyPr/>
        <a:lstStyle/>
        <a:p>
          <a:endParaRPr lang="en-US"/>
        </a:p>
      </dgm:t>
    </dgm:pt>
    <dgm:pt modelId="{B5E522B0-56A1-4D09-94A5-A3F6A5B729A6}">
      <dgm:prSet/>
      <dgm:spPr/>
      <dgm:t>
        <a:bodyPr/>
        <a:lstStyle/>
        <a:p>
          <a:r>
            <a:rPr lang="en-IN"/>
            <a:t>Parkinson’s </a:t>
          </a:r>
          <a:r>
            <a:rPr lang="en-IN" b="1"/>
            <a:t>rest tremor occurs at 4–6 Hz</a:t>
          </a:r>
          <a:r>
            <a:rPr lang="en-IN"/>
            <a:t> → frequency-based features capture this clearly</a:t>
          </a:r>
          <a:endParaRPr lang="en-US"/>
        </a:p>
      </dgm:t>
    </dgm:pt>
    <dgm:pt modelId="{D6634F61-8C3B-442E-8C8A-A71A59733DE3}" type="parTrans" cxnId="{6611C59F-6B39-4593-B881-46AC11BFDAAA}">
      <dgm:prSet/>
      <dgm:spPr/>
      <dgm:t>
        <a:bodyPr/>
        <a:lstStyle/>
        <a:p>
          <a:endParaRPr lang="en-US"/>
        </a:p>
      </dgm:t>
    </dgm:pt>
    <dgm:pt modelId="{23256DB0-8A11-4775-BBD3-1DCDAA1B170D}" type="sibTrans" cxnId="{6611C59F-6B39-4593-B881-46AC11BFDAAA}">
      <dgm:prSet/>
      <dgm:spPr/>
      <dgm:t>
        <a:bodyPr/>
        <a:lstStyle/>
        <a:p>
          <a:endParaRPr lang="en-US"/>
        </a:p>
      </dgm:t>
    </dgm:pt>
    <dgm:pt modelId="{161F93F2-D925-4ECB-9211-C2FBB68BC0DC}">
      <dgm:prSet/>
      <dgm:spPr/>
      <dgm:t>
        <a:bodyPr/>
        <a:lstStyle/>
        <a:p>
          <a:r>
            <a:rPr lang="en-IN"/>
            <a:t>Spectrograms make tremor patterns </a:t>
          </a:r>
          <a:r>
            <a:rPr lang="en-IN" b="1"/>
            <a:t>visually separable</a:t>
          </a:r>
          <a:endParaRPr lang="en-US"/>
        </a:p>
      </dgm:t>
    </dgm:pt>
    <dgm:pt modelId="{49AAE2D3-DCC7-4625-85EE-FFEE64C1F71A}" type="parTrans" cxnId="{C7D86114-C4EA-45E2-AF22-AA34393D99A2}">
      <dgm:prSet/>
      <dgm:spPr/>
      <dgm:t>
        <a:bodyPr/>
        <a:lstStyle/>
        <a:p>
          <a:endParaRPr lang="en-US"/>
        </a:p>
      </dgm:t>
    </dgm:pt>
    <dgm:pt modelId="{E0EA5BFD-2E0F-4DFD-A8DF-EA20943BDA6F}" type="sibTrans" cxnId="{C7D86114-C4EA-45E2-AF22-AA34393D99A2}">
      <dgm:prSet/>
      <dgm:spPr/>
      <dgm:t>
        <a:bodyPr/>
        <a:lstStyle/>
        <a:p>
          <a:endParaRPr lang="en-US"/>
        </a:p>
      </dgm:t>
    </dgm:pt>
    <dgm:pt modelId="{F08F67FB-D030-468A-8660-63BE63C03C08}">
      <dgm:prSet/>
      <dgm:spPr/>
      <dgm:t>
        <a:bodyPr/>
        <a:lstStyle/>
        <a:p>
          <a:r>
            <a:rPr lang="en-IN"/>
            <a:t>Raw data allows models to detect </a:t>
          </a:r>
          <a:r>
            <a:rPr lang="en-IN" b="1"/>
            <a:t>subtle micro-movements</a:t>
          </a:r>
          <a:endParaRPr lang="en-US"/>
        </a:p>
      </dgm:t>
    </dgm:pt>
    <dgm:pt modelId="{5839FF6F-841A-4248-B432-DCC774254849}" type="parTrans" cxnId="{5BA5CE72-2B1C-4D60-83A7-B11471D672A0}">
      <dgm:prSet/>
      <dgm:spPr/>
      <dgm:t>
        <a:bodyPr/>
        <a:lstStyle/>
        <a:p>
          <a:endParaRPr lang="en-US"/>
        </a:p>
      </dgm:t>
    </dgm:pt>
    <dgm:pt modelId="{3DC6D11E-5EC4-4774-B845-05C035A5279F}" type="sibTrans" cxnId="{5BA5CE72-2B1C-4D60-83A7-B11471D672A0}">
      <dgm:prSet/>
      <dgm:spPr/>
      <dgm:t>
        <a:bodyPr/>
        <a:lstStyle/>
        <a:p>
          <a:endParaRPr lang="en-US"/>
        </a:p>
      </dgm:t>
    </dgm:pt>
    <dgm:pt modelId="{88A0FC96-4D56-4E36-B6D0-6B140916B770}">
      <dgm:prSet/>
      <dgm:spPr/>
      <dgm:t>
        <a:bodyPr/>
        <a:lstStyle/>
        <a:p>
          <a:r>
            <a:rPr lang="en-IN"/>
            <a:t>Filtering reduces false positives from everyday activities</a:t>
          </a:r>
          <a:endParaRPr lang="en-US"/>
        </a:p>
      </dgm:t>
    </dgm:pt>
    <dgm:pt modelId="{ED916018-F249-4A79-9674-B38D4E0918B6}" type="parTrans" cxnId="{F07ABC5D-35EE-413E-8C6C-56CCE9598A1C}">
      <dgm:prSet/>
      <dgm:spPr/>
      <dgm:t>
        <a:bodyPr/>
        <a:lstStyle/>
        <a:p>
          <a:endParaRPr lang="en-US"/>
        </a:p>
      </dgm:t>
    </dgm:pt>
    <dgm:pt modelId="{59920201-0193-4EF1-863B-C9B2EF4163EB}" type="sibTrans" cxnId="{F07ABC5D-35EE-413E-8C6C-56CCE9598A1C}">
      <dgm:prSet/>
      <dgm:spPr/>
      <dgm:t>
        <a:bodyPr/>
        <a:lstStyle/>
        <a:p>
          <a:endParaRPr lang="en-US"/>
        </a:p>
      </dgm:t>
    </dgm:pt>
    <dgm:pt modelId="{61C8BA7B-4588-481E-B18A-63D757DCEA26}">
      <dgm:prSet/>
      <dgm:spPr/>
      <dgm:t>
        <a:bodyPr/>
        <a:lstStyle/>
        <a:p>
          <a:r>
            <a:rPr lang="en-IN" b="1"/>
            <a:t>5. Edge Impulse Configuration</a:t>
          </a:r>
          <a:endParaRPr lang="en-US"/>
        </a:p>
      </dgm:t>
    </dgm:pt>
    <dgm:pt modelId="{C850258F-2E3D-41DD-9093-93700111007D}" type="parTrans" cxnId="{B8AE8D86-A359-4555-9091-B4725390B027}">
      <dgm:prSet/>
      <dgm:spPr/>
      <dgm:t>
        <a:bodyPr/>
        <a:lstStyle/>
        <a:p>
          <a:endParaRPr lang="en-US"/>
        </a:p>
      </dgm:t>
    </dgm:pt>
    <dgm:pt modelId="{35A071A4-6789-4ACB-8699-AF7D96ADCE3E}" type="sibTrans" cxnId="{B8AE8D86-A359-4555-9091-B4725390B027}">
      <dgm:prSet/>
      <dgm:spPr/>
      <dgm:t>
        <a:bodyPr/>
        <a:lstStyle/>
        <a:p>
          <a:endParaRPr lang="en-US"/>
        </a:p>
      </dgm:t>
    </dgm:pt>
    <dgm:pt modelId="{8318A8E4-3E42-4A0D-89DD-BA92B89CF826}">
      <dgm:prSet/>
      <dgm:spPr/>
      <dgm:t>
        <a:bodyPr/>
        <a:lstStyle/>
        <a:p>
          <a:r>
            <a:rPr lang="en-IN"/>
            <a:t>Select DSP block → </a:t>
          </a:r>
          <a:r>
            <a:rPr lang="en-IN" b="1"/>
            <a:t>Spectrogram / Raw Data</a:t>
          </a:r>
          <a:endParaRPr lang="en-US"/>
        </a:p>
      </dgm:t>
    </dgm:pt>
    <dgm:pt modelId="{EFFB1083-1F97-4F78-A993-478ADD695B2C}" type="parTrans" cxnId="{22CA1938-CDE0-4532-B485-DCFD8AE2C454}">
      <dgm:prSet/>
      <dgm:spPr/>
      <dgm:t>
        <a:bodyPr/>
        <a:lstStyle/>
        <a:p>
          <a:endParaRPr lang="en-US"/>
        </a:p>
      </dgm:t>
    </dgm:pt>
    <dgm:pt modelId="{7685574A-C9F3-4AF4-BBD0-E0AB9EB7C613}" type="sibTrans" cxnId="{22CA1938-CDE0-4532-B485-DCFD8AE2C454}">
      <dgm:prSet/>
      <dgm:spPr/>
      <dgm:t>
        <a:bodyPr/>
        <a:lstStyle/>
        <a:p>
          <a:endParaRPr lang="en-US"/>
        </a:p>
      </dgm:t>
    </dgm:pt>
    <dgm:pt modelId="{8E4A7CB4-6D7D-473D-9CA3-775C9EB435F6}">
      <dgm:prSet/>
      <dgm:spPr/>
      <dgm:t>
        <a:bodyPr/>
        <a:lstStyle/>
        <a:p>
          <a:r>
            <a:rPr lang="en-IN"/>
            <a:t>Set:</a:t>
          </a:r>
          <a:endParaRPr lang="en-US"/>
        </a:p>
      </dgm:t>
    </dgm:pt>
    <dgm:pt modelId="{B492879B-93AF-4535-8F92-60C6B49E9CB9}" type="parTrans" cxnId="{9126D1E3-02E9-4EA3-9EDE-3E37E62FA755}">
      <dgm:prSet/>
      <dgm:spPr/>
      <dgm:t>
        <a:bodyPr/>
        <a:lstStyle/>
        <a:p>
          <a:endParaRPr lang="en-US"/>
        </a:p>
      </dgm:t>
    </dgm:pt>
    <dgm:pt modelId="{69FF7492-2C5F-46D6-A3E7-EF5886327D06}" type="sibTrans" cxnId="{9126D1E3-02E9-4EA3-9EDE-3E37E62FA755}">
      <dgm:prSet/>
      <dgm:spPr/>
      <dgm:t>
        <a:bodyPr/>
        <a:lstStyle/>
        <a:p>
          <a:endParaRPr lang="en-US"/>
        </a:p>
      </dgm:t>
    </dgm:pt>
    <dgm:pt modelId="{071B7664-DA69-4B5C-9BAD-A8C49A1D4B98}">
      <dgm:prSet/>
      <dgm:spPr/>
      <dgm:t>
        <a:bodyPr/>
        <a:lstStyle/>
        <a:p>
          <a:r>
            <a:rPr lang="en-IN" b="1"/>
            <a:t>Window size = 2000 ms</a:t>
          </a:r>
          <a:endParaRPr lang="en-US"/>
        </a:p>
      </dgm:t>
    </dgm:pt>
    <dgm:pt modelId="{A63C0C53-0823-4DF8-8EB0-92FBC55D0391}" type="parTrans" cxnId="{A3EA7951-AF9A-494A-BB3F-F836C0808B1B}">
      <dgm:prSet/>
      <dgm:spPr/>
      <dgm:t>
        <a:bodyPr/>
        <a:lstStyle/>
        <a:p>
          <a:endParaRPr lang="en-US"/>
        </a:p>
      </dgm:t>
    </dgm:pt>
    <dgm:pt modelId="{164D33EC-829F-4C18-9CDA-A3F2EC64377C}" type="sibTrans" cxnId="{A3EA7951-AF9A-494A-BB3F-F836C0808B1B}">
      <dgm:prSet/>
      <dgm:spPr/>
      <dgm:t>
        <a:bodyPr/>
        <a:lstStyle/>
        <a:p>
          <a:endParaRPr lang="en-US"/>
        </a:p>
      </dgm:t>
    </dgm:pt>
    <dgm:pt modelId="{329B4F49-BAC3-44ED-9987-C03C66C6BD90}">
      <dgm:prSet/>
      <dgm:spPr/>
      <dgm:t>
        <a:bodyPr/>
        <a:lstStyle/>
        <a:p>
          <a:r>
            <a:rPr lang="en-IN" b="1"/>
            <a:t>Frame length = 100 ms</a:t>
          </a:r>
          <a:endParaRPr lang="en-US"/>
        </a:p>
      </dgm:t>
    </dgm:pt>
    <dgm:pt modelId="{25ADA91C-EBA8-41D4-9D31-3BD22EC13B85}" type="parTrans" cxnId="{607574B2-C681-4C6A-B21A-4A7791F06189}">
      <dgm:prSet/>
      <dgm:spPr/>
      <dgm:t>
        <a:bodyPr/>
        <a:lstStyle/>
        <a:p>
          <a:endParaRPr lang="en-US"/>
        </a:p>
      </dgm:t>
    </dgm:pt>
    <dgm:pt modelId="{DC6A3E09-A9F9-4C25-8EA2-4CA475FD555C}" type="sibTrans" cxnId="{607574B2-C681-4C6A-B21A-4A7791F06189}">
      <dgm:prSet/>
      <dgm:spPr/>
      <dgm:t>
        <a:bodyPr/>
        <a:lstStyle/>
        <a:p>
          <a:endParaRPr lang="en-US"/>
        </a:p>
      </dgm:t>
    </dgm:pt>
    <dgm:pt modelId="{2ECDDA3A-C83F-444F-A49B-F2DD39D44E98}">
      <dgm:prSet/>
      <dgm:spPr/>
      <dgm:t>
        <a:bodyPr/>
        <a:lstStyle/>
        <a:p>
          <a:r>
            <a:rPr lang="en-IN" b="1"/>
            <a:t>Sampling rate = 100 Hz</a:t>
          </a:r>
          <a:endParaRPr lang="en-US"/>
        </a:p>
      </dgm:t>
    </dgm:pt>
    <dgm:pt modelId="{7A4882E8-08C9-416D-9E08-ED3CA87A81B2}" type="parTrans" cxnId="{9DBE5EFE-ACC8-4BEA-8B4D-7CC2F2640E0F}">
      <dgm:prSet/>
      <dgm:spPr/>
      <dgm:t>
        <a:bodyPr/>
        <a:lstStyle/>
        <a:p>
          <a:endParaRPr lang="en-US"/>
        </a:p>
      </dgm:t>
    </dgm:pt>
    <dgm:pt modelId="{E8E7EE39-F0E4-4DB9-A9F6-45B1764EF87E}" type="sibTrans" cxnId="{9DBE5EFE-ACC8-4BEA-8B4D-7CC2F2640E0F}">
      <dgm:prSet/>
      <dgm:spPr/>
      <dgm:t>
        <a:bodyPr/>
        <a:lstStyle/>
        <a:p>
          <a:endParaRPr lang="en-US"/>
        </a:p>
      </dgm:t>
    </dgm:pt>
    <dgm:pt modelId="{1EA7900F-5C24-4C1C-B606-BF120F673D94}">
      <dgm:prSet/>
      <dgm:spPr/>
      <dgm:t>
        <a:bodyPr/>
        <a:lstStyle/>
        <a:p>
          <a:r>
            <a:rPr lang="en-IN"/>
            <a:t>Validate visually using “</a:t>
          </a:r>
          <a:r>
            <a:rPr lang="en-IN" b="1"/>
            <a:t>Feature Explorer</a:t>
          </a:r>
          <a:r>
            <a:rPr lang="en-IN"/>
            <a:t>” to confirm class separation</a:t>
          </a:r>
          <a:endParaRPr lang="en-US"/>
        </a:p>
      </dgm:t>
    </dgm:pt>
    <dgm:pt modelId="{B96CE338-AF0C-42F5-B65A-2850B2DE23B2}" type="parTrans" cxnId="{CACFA7B6-166F-480F-8FE3-4699FBD8072B}">
      <dgm:prSet/>
      <dgm:spPr/>
      <dgm:t>
        <a:bodyPr/>
        <a:lstStyle/>
        <a:p>
          <a:endParaRPr lang="en-US"/>
        </a:p>
      </dgm:t>
    </dgm:pt>
    <dgm:pt modelId="{268ADC56-7279-4C30-AF0A-863881DDFF83}" type="sibTrans" cxnId="{CACFA7B6-166F-480F-8FE3-4699FBD8072B}">
      <dgm:prSet/>
      <dgm:spPr/>
      <dgm:t>
        <a:bodyPr/>
        <a:lstStyle/>
        <a:p>
          <a:endParaRPr lang="en-US"/>
        </a:p>
      </dgm:t>
    </dgm:pt>
    <dgm:pt modelId="{E6ABD12C-CE1F-4F9D-AF0E-D69A638C5D9C}" type="pres">
      <dgm:prSet presAssocID="{0B973E80-7965-4423-BB4E-7474C1656C97}" presName="diagram" presStyleCnt="0">
        <dgm:presLayoutVars>
          <dgm:dir/>
          <dgm:resizeHandles val="exact"/>
        </dgm:presLayoutVars>
      </dgm:prSet>
      <dgm:spPr/>
    </dgm:pt>
    <dgm:pt modelId="{C965EFEE-F5DC-4162-9E9B-2D737A0FD7A6}" type="pres">
      <dgm:prSet presAssocID="{ACA5B8B8-0550-44B1-ADBE-EA3D557719FF}" presName="node" presStyleLbl="node1" presStyleIdx="0" presStyleCnt="29">
        <dgm:presLayoutVars>
          <dgm:bulletEnabled val="1"/>
        </dgm:presLayoutVars>
      </dgm:prSet>
      <dgm:spPr/>
    </dgm:pt>
    <dgm:pt modelId="{A209F75A-36ED-4A3E-8B8C-FCE44EA087E5}" type="pres">
      <dgm:prSet presAssocID="{62D6CF93-A283-4CC8-A825-E5AE5B1712EE}" presName="sibTrans" presStyleCnt="0"/>
      <dgm:spPr/>
    </dgm:pt>
    <dgm:pt modelId="{73DDB2DF-914D-4226-A64E-390CC938454D}" type="pres">
      <dgm:prSet presAssocID="{02CE3805-7831-4FBC-BE46-27CF1B57A479}" presName="node" presStyleLbl="node1" presStyleIdx="1" presStyleCnt="29">
        <dgm:presLayoutVars>
          <dgm:bulletEnabled val="1"/>
        </dgm:presLayoutVars>
      </dgm:prSet>
      <dgm:spPr/>
    </dgm:pt>
    <dgm:pt modelId="{29FF4D95-8559-44B7-94C1-79D1EB1A0BCC}" type="pres">
      <dgm:prSet presAssocID="{36DD5DF8-8628-4036-9953-6BDB7AC985B3}" presName="sibTrans" presStyleCnt="0"/>
      <dgm:spPr/>
    </dgm:pt>
    <dgm:pt modelId="{28B4CD58-B579-4AD2-A09E-B2C556B2F3E9}" type="pres">
      <dgm:prSet presAssocID="{4F787630-0C2A-43CC-A1E7-C3CCD35628A0}" presName="node" presStyleLbl="node1" presStyleIdx="2" presStyleCnt="29">
        <dgm:presLayoutVars>
          <dgm:bulletEnabled val="1"/>
        </dgm:presLayoutVars>
      </dgm:prSet>
      <dgm:spPr/>
    </dgm:pt>
    <dgm:pt modelId="{A4046D2D-E631-4A63-A029-97E5E913FA6E}" type="pres">
      <dgm:prSet presAssocID="{9BC0AF3B-7EB8-4941-A610-88A62D708F52}" presName="sibTrans" presStyleCnt="0"/>
      <dgm:spPr/>
    </dgm:pt>
    <dgm:pt modelId="{FC3F7A14-C64E-4B52-8A75-D1D216F73117}" type="pres">
      <dgm:prSet presAssocID="{B12D8F45-3D52-4771-AE32-5FC8591DEBAC}" presName="node" presStyleLbl="node1" presStyleIdx="3" presStyleCnt="29">
        <dgm:presLayoutVars>
          <dgm:bulletEnabled val="1"/>
        </dgm:presLayoutVars>
      </dgm:prSet>
      <dgm:spPr/>
    </dgm:pt>
    <dgm:pt modelId="{BDC4B51C-045E-4112-93E9-29BA9F2B7163}" type="pres">
      <dgm:prSet presAssocID="{A5DAC980-6CF2-4C5D-B9EA-1FA98802B6AE}" presName="sibTrans" presStyleCnt="0"/>
      <dgm:spPr/>
    </dgm:pt>
    <dgm:pt modelId="{480B28F8-9335-469B-A53A-B34DAA228237}" type="pres">
      <dgm:prSet presAssocID="{4F151CE8-F68D-4EB5-BD3A-89E1A4968AC0}" presName="node" presStyleLbl="node1" presStyleIdx="4" presStyleCnt="29">
        <dgm:presLayoutVars>
          <dgm:bulletEnabled val="1"/>
        </dgm:presLayoutVars>
      </dgm:prSet>
      <dgm:spPr/>
    </dgm:pt>
    <dgm:pt modelId="{C14E8993-E0D6-493F-B02F-0BBA44B713DE}" type="pres">
      <dgm:prSet presAssocID="{C826F110-1AEC-4DF6-A0BF-0B87295000C9}" presName="sibTrans" presStyleCnt="0"/>
      <dgm:spPr/>
    </dgm:pt>
    <dgm:pt modelId="{7BFC0C80-F3EB-433F-BCCD-0784A3E3DEFE}" type="pres">
      <dgm:prSet presAssocID="{A326EF47-B5C3-41EC-A3BF-BF40BD099504}" presName="node" presStyleLbl="node1" presStyleIdx="5" presStyleCnt="29">
        <dgm:presLayoutVars>
          <dgm:bulletEnabled val="1"/>
        </dgm:presLayoutVars>
      </dgm:prSet>
      <dgm:spPr/>
    </dgm:pt>
    <dgm:pt modelId="{56783E30-8864-4967-B6F2-B3B74220CDDD}" type="pres">
      <dgm:prSet presAssocID="{9B1442CF-A803-4F15-B042-8E2821C24593}" presName="sibTrans" presStyleCnt="0"/>
      <dgm:spPr/>
    </dgm:pt>
    <dgm:pt modelId="{DE30E288-1948-4C35-B5E5-DDAA7C3EFAF8}" type="pres">
      <dgm:prSet presAssocID="{8FAF3AAB-4EFB-4801-A006-F01AF42ADEAF}" presName="node" presStyleLbl="node1" presStyleIdx="6" presStyleCnt="29">
        <dgm:presLayoutVars>
          <dgm:bulletEnabled val="1"/>
        </dgm:presLayoutVars>
      </dgm:prSet>
      <dgm:spPr/>
    </dgm:pt>
    <dgm:pt modelId="{61741839-77D0-4E4C-AF97-B118C1057BB5}" type="pres">
      <dgm:prSet presAssocID="{F78C1D47-EDEA-412D-85A0-E994FCE3FA12}" presName="sibTrans" presStyleCnt="0"/>
      <dgm:spPr/>
    </dgm:pt>
    <dgm:pt modelId="{1241C88E-47CE-4AD6-B447-1EA8B950AA3A}" type="pres">
      <dgm:prSet presAssocID="{A11E096C-6A74-4F44-A3A7-8B0116EDA781}" presName="node" presStyleLbl="node1" presStyleIdx="7" presStyleCnt="29">
        <dgm:presLayoutVars>
          <dgm:bulletEnabled val="1"/>
        </dgm:presLayoutVars>
      </dgm:prSet>
      <dgm:spPr/>
    </dgm:pt>
    <dgm:pt modelId="{8FA9336D-4D88-44F9-82BB-C2F00702D06C}" type="pres">
      <dgm:prSet presAssocID="{B8F6D971-735D-41B2-931C-8A24F9F1914E}" presName="sibTrans" presStyleCnt="0"/>
      <dgm:spPr/>
    </dgm:pt>
    <dgm:pt modelId="{23FC22C7-017F-4D34-AFB3-8AAA42648696}" type="pres">
      <dgm:prSet presAssocID="{F4615E58-A10E-4CA2-919F-A8B12FA85F9D}" presName="node" presStyleLbl="node1" presStyleIdx="8" presStyleCnt="29">
        <dgm:presLayoutVars>
          <dgm:bulletEnabled val="1"/>
        </dgm:presLayoutVars>
      </dgm:prSet>
      <dgm:spPr/>
    </dgm:pt>
    <dgm:pt modelId="{3226B821-EDC6-4FAD-90FB-D2D91C62CE47}" type="pres">
      <dgm:prSet presAssocID="{ABDF1481-B6D6-40CA-9D14-9144B01A7A03}" presName="sibTrans" presStyleCnt="0"/>
      <dgm:spPr/>
    </dgm:pt>
    <dgm:pt modelId="{C33F058B-F125-46E9-9E98-5E92E8DFAA6E}" type="pres">
      <dgm:prSet presAssocID="{AA63134A-730A-4B3F-AD27-3397AF3B1A45}" presName="node" presStyleLbl="node1" presStyleIdx="9" presStyleCnt="29">
        <dgm:presLayoutVars>
          <dgm:bulletEnabled val="1"/>
        </dgm:presLayoutVars>
      </dgm:prSet>
      <dgm:spPr/>
    </dgm:pt>
    <dgm:pt modelId="{C34B6EF4-6B37-449A-8D11-3441C499FD13}" type="pres">
      <dgm:prSet presAssocID="{F10FE274-95A0-4BB5-AB66-2010D185FD47}" presName="sibTrans" presStyleCnt="0"/>
      <dgm:spPr/>
    </dgm:pt>
    <dgm:pt modelId="{B9C73B97-8164-42CE-B2AB-FCA6BD83CAE7}" type="pres">
      <dgm:prSet presAssocID="{F6A1D7A7-5383-43E0-A977-845D6298FAD2}" presName="node" presStyleLbl="node1" presStyleIdx="10" presStyleCnt="29">
        <dgm:presLayoutVars>
          <dgm:bulletEnabled val="1"/>
        </dgm:presLayoutVars>
      </dgm:prSet>
      <dgm:spPr/>
    </dgm:pt>
    <dgm:pt modelId="{DDEC0373-7748-4499-B9F6-32716F9DB295}" type="pres">
      <dgm:prSet presAssocID="{4683EBE3-99EC-492F-B546-46A282BFB8E4}" presName="sibTrans" presStyleCnt="0"/>
      <dgm:spPr/>
    </dgm:pt>
    <dgm:pt modelId="{7A0B1A9F-3E0B-4FC3-8303-DBEFA78359F2}" type="pres">
      <dgm:prSet presAssocID="{5BE8971D-B35B-43C4-A621-EE98F9CB1A28}" presName="node" presStyleLbl="node1" presStyleIdx="11" presStyleCnt="29">
        <dgm:presLayoutVars>
          <dgm:bulletEnabled val="1"/>
        </dgm:presLayoutVars>
      </dgm:prSet>
      <dgm:spPr/>
    </dgm:pt>
    <dgm:pt modelId="{3F145D28-20E2-42DA-8B33-16B33F61D265}" type="pres">
      <dgm:prSet presAssocID="{971ED952-2286-4FFD-BBFE-823C2EB6303E}" presName="sibTrans" presStyleCnt="0"/>
      <dgm:spPr/>
    </dgm:pt>
    <dgm:pt modelId="{AC8F8F95-C9C2-4EEA-9AF3-9F7A76E88895}" type="pres">
      <dgm:prSet presAssocID="{15F26F8E-6AE7-4F48-8204-B08356E900FA}" presName="node" presStyleLbl="node1" presStyleIdx="12" presStyleCnt="29">
        <dgm:presLayoutVars>
          <dgm:bulletEnabled val="1"/>
        </dgm:presLayoutVars>
      </dgm:prSet>
      <dgm:spPr/>
    </dgm:pt>
    <dgm:pt modelId="{ACBED971-64CA-4E53-B8F2-2B86349CEAD8}" type="pres">
      <dgm:prSet presAssocID="{B91A6AE5-447F-42D6-8D93-D5831133F386}" presName="sibTrans" presStyleCnt="0"/>
      <dgm:spPr/>
    </dgm:pt>
    <dgm:pt modelId="{168C4074-C35B-4F3A-939E-DA1595E250BC}" type="pres">
      <dgm:prSet presAssocID="{78E79137-2D8B-4AC5-B6E4-2C1DE8D42F6C}" presName="node" presStyleLbl="node1" presStyleIdx="13" presStyleCnt="29">
        <dgm:presLayoutVars>
          <dgm:bulletEnabled val="1"/>
        </dgm:presLayoutVars>
      </dgm:prSet>
      <dgm:spPr/>
    </dgm:pt>
    <dgm:pt modelId="{43BFDA84-9F1E-48D3-BF03-8613DEBB955D}" type="pres">
      <dgm:prSet presAssocID="{3F27DAF1-7340-4882-8705-EA3D4CB45F0A}" presName="sibTrans" presStyleCnt="0"/>
      <dgm:spPr/>
    </dgm:pt>
    <dgm:pt modelId="{BEC0AA5F-2D84-4592-B5F4-45F248BFA6B0}" type="pres">
      <dgm:prSet presAssocID="{C0A96134-3BF7-4B33-852B-E73260166B7F}" presName="node" presStyleLbl="node1" presStyleIdx="14" presStyleCnt="29">
        <dgm:presLayoutVars>
          <dgm:bulletEnabled val="1"/>
        </dgm:presLayoutVars>
      </dgm:prSet>
      <dgm:spPr/>
    </dgm:pt>
    <dgm:pt modelId="{82835162-7DA6-42B1-AF43-418A643C73F4}" type="pres">
      <dgm:prSet presAssocID="{869E1028-A882-4777-9EFB-5A350E931248}" presName="sibTrans" presStyleCnt="0"/>
      <dgm:spPr/>
    </dgm:pt>
    <dgm:pt modelId="{6A79E56E-82A5-4C8C-BBBA-7777CC871BE8}" type="pres">
      <dgm:prSet presAssocID="{0DB7FEF1-0EE2-4455-A165-68613977CE0D}" presName="node" presStyleLbl="node1" presStyleIdx="15" presStyleCnt="29">
        <dgm:presLayoutVars>
          <dgm:bulletEnabled val="1"/>
        </dgm:presLayoutVars>
      </dgm:prSet>
      <dgm:spPr/>
    </dgm:pt>
    <dgm:pt modelId="{54C4257E-F639-4E2A-AC15-D1E832FFFC03}" type="pres">
      <dgm:prSet presAssocID="{C3917D10-D74F-45EB-8190-6CAD30D0D3CA}" presName="sibTrans" presStyleCnt="0"/>
      <dgm:spPr/>
    </dgm:pt>
    <dgm:pt modelId="{E0414326-06DC-4034-9106-8FF3013107DE}" type="pres">
      <dgm:prSet presAssocID="{6E1A6B50-45A0-4A8A-A46A-03CDBF4DCAD9}" presName="node" presStyleLbl="node1" presStyleIdx="16" presStyleCnt="29">
        <dgm:presLayoutVars>
          <dgm:bulletEnabled val="1"/>
        </dgm:presLayoutVars>
      </dgm:prSet>
      <dgm:spPr/>
    </dgm:pt>
    <dgm:pt modelId="{64A78103-570C-4926-8624-D7962383A8FC}" type="pres">
      <dgm:prSet presAssocID="{5A5BA930-1A55-489A-A440-8A1492BBD1B7}" presName="sibTrans" presStyleCnt="0"/>
      <dgm:spPr/>
    </dgm:pt>
    <dgm:pt modelId="{1CD54CF0-6FAA-4ACA-B84A-16756805C9BD}" type="pres">
      <dgm:prSet presAssocID="{F281BD0F-2A0A-42FB-ACA6-D000598F8364}" presName="node" presStyleLbl="node1" presStyleIdx="17" presStyleCnt="29">
        <dgm:presLayoutVars>
          <dgm:bulletEnabled val="1"/>
        </dgm:presLayoutVars>
      </dgm:prSet>
      <dgm:spPr/>
    </dgm:pt>
    <dgm:pt modelId="{463BEAE4-1F68-4EB7-87DD-0D4593E1D7D6}" type="pres">
      <dgm:prSet presAssocID="{258E9913-B549-4370-B1B7-4C5B13F71F89}" presName="sibTrans" presStyleCnt="0"/>
      <dgm:spPr/>
    </dgm:pt>
    <dgm:pt modelId="{219627BB-7EBE-4EE8-B4AD-CE47F687BB09}" type="pres">
      <dgm:prSet presAssocID="{05195847-8014-4A2C-AA22-FB42B4129E12}" presName="node" presStyleLbl="node1" presStyleIdx="18" presStyleCnt="29">
        <dgm:presLayoutVars>
          <dgm:bulletEnabled val="1"/>
        </dgm:presLayoutVars>
      </dgm:prSet>
      <dgm:spPr/>
    </dgm:pt>
    <dgm:pt modelId="{BB2FDFB5-2385-42DA-B3F5-A2FCC845F66F}" type="pres">
      <dgm:prSet presAssocID="{8F4DF9FD-19CA-4745-9A2C-F5F9972F64DF}" presName="sibTrans" presStyleCnt="0"/>
      <dgm:spPr/>
    </dgm:pt>
    <dgm:pt modelId="{92DF1162-0EAD-49ED-A4F4-CA0E942B0BF4}" type="pres">
      <dgm:prSet presAssocID="{4BACD315-B224-4389-9CEF-24B1395A5992}" presName="node" presStyleLbl="node1" presStyleIdx="19" presStyleCnt="29">
        <dgm:presLayoutVars>
          <dgm:bulletEnabled val="1"/>
        </dgm:presLayoutVars>
      </dgm:prSet>
      <dgm:spPr/>
    </dgm:pt>
    <dgm:pt modelId="{70F1204D-6D80-4D05-B0BD-39A98B0C9CD5}" type="pres">
      <dgm:prSet presAssocID="{3DDA259A-6045-4856-8720-CFF3EB92A17A}" presName="sibTrans" presStyleCnt="0"/>
      <dgm:spPr/>
    </dgm:pt>
    <dgm:pt modelId="{EEEFE12A-5E12-463E-946D-1B32522655D6}" type="pres">
      <dgm:prSet presAssocID="{8819BE93-415B-4D66-A931-CF0B39E83535}" presName="node" presStyleLbl="node1" presStyleIdx="20" presStyleCnt="29">
        <dgm:presLayoutVars>
          <dgm:bulletEnabled val="1"/>
        </dgm:presLayoutVars>
      </dgm:prSet>
      <dgm:spPr/>
    </dgm:pt>
    <dgm:pt modelId="{BAD9E38B-012C-4E54-B48E-98AB85366EF6}" type="pres">
      <dgm:prSet presAssocID="{2F16A81B-B754-4B99-B5AF-1A4C2CEE79EE}" presName="sibTrans" presStyleCnt="0"/>
      <dgm:spPr/>
    </dgm:pt>
    <dgm:pt modelId="{7A086C41-147D-4514-AFDF-C1A1043265D6}" type="pres">
      <dgm:prSet presAssocID="{B5E522B0-56A1-4D09-94A5-A3F6A5B729A6}" presName="node" presStyleLbl="node1" presStyleIdx="21" presStyleCnt="29">
        <dgm:presLayoutVars>
          <dgm:bulletEnabled val="1"/>
        </dgm:presLayoutVars>
      </dgm:prSet>
      <dgm:spPr/>
    </dgm:pt>
    <dgm:pt modelId="{902CA2AB-3E0D-490C-930E-F3A577AB1C53}" type="pres">
      <dgm:prSet presAssocID="{23256DB0-8A11-4775-BBD3-1DCDAA1B170D}" presName="sibTrans" presStyleCnt="0"/>
      <dgm:spPr/>
    </dgm:pt>
    <dgm:pt modelId="{EFC3E2C5-FE49-407F-9173-159D6B660E18}" type="pres">
      <dgm:prSet presAssocID="{161F93F2-D925-4ECB-9211-C2FBB68BC0DC}" presName="node" presStyleLbl="node1" presStyleIdx="22" presStyleCnt="29">
        <dgm:presLayoutVars>
          <dgm:bulletEnabled val="1"/>
        </dgm:presLayoutVars>
      </dgm:prSet>
      <dgm:spPr/>
    </dgm:pt>
    <dgm:pt modelId="{A2F53953-F240-4B7F-90BB-C13DA48D1A46}" type="pres">
      <dgm:prSet presAssocID="{E0EA5BFD-2E0F-4DFD-A8DF-EA20943BDA6F}" presName="sibTrans" presStyleCnt="0"/>
      <dgm:spPr/>
    </dgm:pt>
    <dgm:pt modelId="{8BE23916-A8BF-4B48-B7E1-81FCCD05CD46}" type="pres">
      <dgm:prSet presAssocID="{F08F67FB-D030-468A-8660-63BE63C03C08}" presName="node" presStyleLbl="node1" presStyleIdx="23" presStyleCnt="29">
        <dgm:presLayoutVars>
          <dgm:bulletEnabled val="1"/>
        </dgm:presLayoutVars>
      </dgm:prSet>
      <dgm:spPr/>
    </dgm:pt>
    <dgm:pt modelId="{0B81BD6E-0BFE-4BB9-9775-34C5B3F25667}" type="pres">
      <dgm:prSet presAssocID="{3DC6D11E-5EC4-4774-B845-05C035A5279F}" presName="sibTrans" presStyleCnt="0"/>
      <dgm:spPr/>
    </dgm:pt>
    <dgm:pt modelId="{ECC922E8-5978-48A5-9FD0-58359FA9C867}" type="pres">
      <dgm:prSet presAssocID="{88A0FC96-4D56-4E36-B6D0-6B140916B770}" presName="node" presStyleLbl="node1" presStyleIdx="24" presStyleCnt="29">
        <dgm:presLayoutVars>
          <dgm:bulletEnabled val="1"/>
        </dgm:presLayoutVars>
      </dgm:prSet>
      <dgm:spPr/>
    </dgm:pt>
    <dgm:pt modelId="{E4618A3A-CDF1-4656-AD1B-F150DC9885C1}" type="pres">
      <dgm:prSet presAssocID="{59920201-0193-4EF1-863B-C9B2EF4163EB}" presName="sibTrans" presStyleCnt="0"/>
      <dgm:spPr/>
    </dgm:pt>
    <dgm:pt modelId="{922D3B7D-1986-417B-8737-005371FC791F}" type="pres">
      <dgm:prSet presAssocID="{61C8BA7B-4588-481E-B18A-63D757DCEA26}" presName="node" presStyleLbl="node1" presStyleIdx="25" presStyleCnt="29">
        <dgm:presLayoutVars>
          <dgm:bulletEnabled val="1"/>
        </dgm:presLayoutVars>
      </dgm:prSet>
      <dgm:spPr/>
    </dgm:pt>
    <dgm:pt modelId="{4845A373-B852-4E1C-BD09-B4E984B9B690}" type="pres">
      <dgm:prSet presAssocID="{35A071A4-6789-4ACB-8699-AF7D96ADCE3E}" presName="sibTrans" presStyleCnt="0"/>
      <dgm:spPr/>
    </dgm:pt>
    <dgm:pt modelId="{FE33802F-FE26-4BA0-960F-4C5AAC1A9C6A}" type="pres">
      <dgm:prSet presAssocID="{8318A8E4-3E42-4A0D-89DD-BA92B89CF826}" presName="node" presStyleLbl="node1" presStyleIdx="26" presStyleCnt="29">
        <dgm:presLayoutVars>
          <dgm:bulletEnabled val="1"/>
        </dgm:presLayoutVars>
      </dgm:prSet>
      <dgm:spPr/>
    </dgm:pt>
    <dgm:pt modelId="{4D243E25-1783-49D7-BFEA-41EBC1A86026}" type="pres">
      <dgm:prSet presAssocID="{7685574A-C9F3-4AF4-BBD0-E0AB9EB7C613}" presName="sibTrans" presStyleCnt="0"/>
      <dgm:spPr/>
    </dgm:pt>
    <dgm:pt modelId="{7830D2B9-BCCC-4A57-AF5D-0D98ECA6D621}" type="pres">
      <dgm:prSet presAssocID="{8E4A7CB4-6D7D-473D-9CA3-775C9EB435F6}" presName="node" presStyleLbl="node1" presStyleIdx="27" presStyleCnt="29">
        <dgm:presLayoutVars>
          <dgm:bulletEnabled val="1"/>
        </dgm:presLayoutVars>
      </dgm:prSet>
      <dgm:spPr/>
    </dgm:pt>
    <dgm:pt modelId="{9468E0A0-2380-4C77-9C2E-EA5D0B797D93}" type="pres">
      <dgm:prSet presAssocID="{69FF7492-2C5F-46D6-A3E7-EF5886327D06}" presName="sibTrans" presStyleCnt="0"/>
      <dgm:spPr/>
    </dgm:pt>
    <dgm:pt modelId="{7E2ABECC-BB4F-48AA-8E33-BF2A6AB6926D}" type="pres">
      <dgm:prSet presAssocID="{1EA7900F-5C24-4C1C-B606-BF120F673D94}" presName="node" presStyleLbl="node1" presStyleIdx="28" presStyleCnt="29">
        <dgm:presLayoutVars>
          <dgm:bulletEnabled val="1"/>
        </dgm:presLayoutVars>
      </dgm:prSet>
      <dgm:spPr/>
    </dgm:pt>
  </dgm:ptLst>
  <dgm:cxnLst>
    <dgm:cxn modelId="{E971C200-DEFE-45C0-8BDE-C28F0CEB3523}" type="presOf" srcId="{5BE8971D-B35B-43C4-A621-EE98F9CB1A28}" destId="{7A0B1A9F-3E0B-4FC3-8303-DBEFA78359F2}" srcOrd="0" destOrd="0" presId="urn:microsoft.com/office/officeart/2005/8/layout/default"/>
    <dgm:cxn modelId="{3D4FEE02-DE24-4F86-848D-720DFA9F76FD}" srcId="{0B973E80-7965-4423-BB4E-7474C1656C97}" destId="{A11E096C-6A74-4F44-A3A7-8B0116EDA781}" srcOrd="7" destOrd="0" parTransId="{526C4180-F506-4EB4-8C6C-28C9540033DA}" sibTransId="{B8F6D971-735D-41B2-931C-8A24F9F1914E}"/>
    <dgm:cxn modelId="{C5D17F05-1937-4939-A690-9B0CA1D39E48}" srcId="{0B973E80-7965-4423-BB4E-7474C1656C97}" destId="{5BE8971D-B35B-43C4-A621-EE98F9CB1A28}" srcOrd="11" destOrd="0" parTransId="{02F64C2E-6721-4AD6-B6A3-BB8E2C1BE505}" sibTransId="{971ED952-2286-4FFD-BBFE-823C2EB6303E}"/>
    <dgm:cxn modelId="{77FFD705-B504-460A-8E1A-3229C2E1BF44}" type="presOf" srcId="{F281BD0F-2A0A-42FB-ACA6-D000598F8364}" destId="{1CD54CF0-6FAA-4ACA-B84A-16756805C9BD}" srcOrd="0" destOrd="0" presId="urn:microsoft.com/office/officeart/2005/8/layout/default"/>
    <dgm:cxn modelId="{50C1C707-67AC-4392-B0FD-35929C60516A}" srcId="{0B973E80-7965-4423-BB4E-7474C1656C97}" destId="{8FAF3AAB-4EFB-4801-A006-F01AF42ADEAF}" srcOrd="6" destOrd="0" parTransId="{FB938134-7A48-47ED-B308-A5021A969703}" sibTransId="{F78C1D47-EDEA-412D-85A0-E994FCE3FA12}"/>
    <dgm:cxn modelId="{4D00210E-7702-4F2F-BC13-E3BEECA2CE00}" type="presOf" srcId="{0B973E80-7965-4423-BB4E-7474C1656C97}" destId="{E6ABD12C-CE1F-4F9D-AF0E-D69A638C5D9C}" srcOrd="0" destOrd="0" presId="urn:microsoft.com/office/officeart/2005/8/layout/default"/>
    <dgm:cxn modelId="{15ED880F-A63C-4F82-8969-65D3835D61AE}" srcId="{02CE3805-7831-4FBC-BE46-27CF1B57A479}" destId="{6D4F9B9D-EFD9-48BA-85C8-B1C4496AD5F9}" srcOrd="1" destOrd="0" parTransId="{B5889E55-B1CD-4DBD-A431-C177E0758F65}" sibTransId="{93E5DF0F-0E7F-4908-8C9C-5685E08C9400}"/>
    <dgm:cxn modelId="{9B184010-1ABD-464F-B314-1C752F7B7D81}" type="presOf" srcId="{15F26F8E-6AE7-4F48-8204-B08356E900FA}" destId="{AC8F8F95-C9C2-4EEA-9AF3-9F7A76E88895}" srcOrd="0" destOrd="0" presId="urn:microsoft.com/office/officeart/2005/8/layout/default"/>
    <dgm:cxn modelId="{C7D86114-C4EA-45E2-AF22-AA34393D99A2}" srcId="{0B973E80-7965-4423-BB4E-7474C1656C97}" destId="{161F93F2-D925-4ECB-9211-C2FBB68BC0DC}" srcOrd="22" destOrd="0" parTransId="{49AAE2D3-DCC7-4625-85EE-FFEE64C1F71A}" sibTransId="{E0EA5BFD-2E0F-4DFD-A8DF-EA20943BDA6F}"/>
    <dgm:cxn modelId="{C3E2C315-A4C1-457E-9053-D6D53EA2F239}" type="presOf" srcId="{F6A1D7A7-5383-43E0-A977-845D6298FAD2}" destId="{B9C73B97-8164-42CE-B2AB-FCA6BD83CAE7}" srcOrd="0" destOrd="0" presId="urn:microsoft.com/office/officeart/2005/8/layout/default"/>
    <dgm:cxn modelId="{98248C17-5EAF-42AC-A47A-980689475C12}" type="presOf" srcId="{A326EF47-B5C3-41EC-A3BF-BF40BD099504}" destId="{7BFC0C80-F3EB-433F-BCCD-0784A3E3DEFE}" srcOrd="0" destOrd="0" presId="urn:microsoft.com/office/officeart/2005/8/layout/default"/>
    <dgm:cxn modelId="{2B419B17-6383-4F7C-B638-F97A94ACEE26}" srcId="{0B973E80-7965-4423-BB4E-7474C1656C97}" destId="{0DB7FEF1-0EE2-4455-A165-68613977CE0D}" srcOrd="15" destOrd="0" parTransId="{35CE682C-5248-4050-A421-9C0D40857876}" sibTransId="{C3917D10-D74F-45EB-8190-6CAD30D0D3CA}"/>
    <dgm:cxn modelId="{6895931D-2FC9-4668-BAB0-FF806E216F5A}" type="presOf" srcId="{A11E096C-6A74-4F44-A3A7-8B0116EDA781}" destId="{1241C88E-47CE-4AD6-B447-1EA8B950AA3A}" srcOrd="0" destOrd="0" presId="urn:microsoft.com/office/officeart/2005/8/layout/default"/>
    <dgm:cxn modelId="{2B9F9621-14FF-4168-B411-E0D7E5F44DFD}" srcId="{0B973E80-7965-4423-BB4E-7474C1656C97}" destId="{4F151CE8-F68D-4EB5-BD3A-89E1A4968AC0}" srcOrd="4" destOrd="0" parTransId="{C13C7642-D602-4FF2-BD47-B762560334DA}" sibTransId="{C826F110-1AEC-4DF6-A0BF-0B87295000C9}"/>
    <dgm:cxn modelId="{61ECF634-DD92-4A3D-8C99-1EF1EAB8E668}" type="presOf" srcId="{02CE3805-7831-4FBC-BE46-27CF1B57A479}" destId="{73DDB2DF-914D-4226-A64E-390CC938454D}" srcOrd="0" destOrd="0" presId="urn:microsoft.com/office/officeart/2005/8/layout/default"/>
    <dgm:cxn modelId="{B182A737-3F01-4B20-A744-D69C5384FBAB}" srcId="{0B973E80-7965-4423-BB4E-7474C1656C97}" destId="{C0A96134-3BF7-4B33-852B-E73260166B7F}" srcOrd="14" destOrd="0" parTransId="{4B4635F2-7C4F-4A65-BB22-20EC5C6A09E2}" sibTransId="{869E1028-A882-4777-9EFB-5A350E931248}"/>
    <dgm:cxn modelId="{1A71AF37-F830-42BF-A03F-EE51C83A508C}" srcId="{0B973E80-7965-4423-BB4E-7474C1656C97}" destId="{8819BE93-415B-4D66-A931-CF0B39E83535}" srcOrd="20" destOrd="0" parTransId="{EF7B8FD4-EEF1-4F79-A10A-E859B0AE3A2E}" sibTransId="{2F16A81B-B754-4B99-B5AF-1A4C2CEE79EE}"/>
    <dgm:cxn modelId="{22CA1938-CDE0-4532-B485-DCFD8AE2C454}" srcId="{0B973E80-7965-4423-BB4E-7474C1656C97}" destId="{8318A8E4-3E42-4A0D-89DD-BA92B89CF826}" srcOrd="26" destOrd="0" parTransId="{EFFB1083-1F97-4F78-A993-478ADD695B2C}" sibTransId="{7685574A-C9F3-4AF4-BBD0-E0AB9EB7C613}"/>
    <dgm:cxn modelId="{2402143D-8342-40BD-843C-B8209DCB6355}" type="presOf" srcId="{CABD0DFE-B976-4031-B0DD-85F9607932A7}" destId="{73DDB2DF-914D-4226-A64E-390CC938454D}" srcOrd="0" destOrd="1" presId="urn:microsoft.com/office/officeart/2005/8/layout/default"/>
    <dgm:cxn modelId="{34233840-2E90-453F-AABF-DBC6DADDE3A2}" srcId="{0B973E80-7965-4423-BB4E-7474C1656C97}" destId="{F6A1D7A7-5383-43E0-A977-845D6298FAD2}" srcOrd="10" destOrd="0" parTransId="{8855ABA9-7568-46CC-A636-B0331C661294}" sibTransId="{4683EBE3-99EC-492F-B546-46A282BFB8E4}"/>
    <dgm:cxn modelId="{F07ABC5D-35EE-413E-8C6C-56CCE9598A1C}" srcId="{0B973E80-7965-4423-BB4E-7474C1656C97}" destId="{88A0FC96-4D56-4E36-B6D0-6B140916B770}" srcOrd="24" destOrd="0" parTransId="{ED916018-F249-4A79-9674-B38D4E0918B6}" sibTransId="{59920201-0193-4EF1-863B-C9B2EF4163EB}"/>
    <dgm:cxn modelId="{2DAEC65F-DE10-4C97-9CC8-5DD21ADA1A8F}" type="presOf" srcId="{78E79137-2D8B-4AC5-B6E4-2C1DE8D42F6C}" destId="{168C4074-C35B-4F3A-939E-DA1595E250BC}" srcOrd="0" destOrd="0" presId="urn:microsoft.com/office/officeart/2005/8/layout/default"/>
    <dgm:cxn modelId="{B3FF8543-567F-4CF0-A4B2-C30C48801D36}" type="presOf" srcId="{4F151CE8-F68D-4EB5-BD3A-89E1A4968AC0}" destId="{480B28F8-9335-469B-A53A-B34DAA228237}" srcOrd="0" destOrd="0" presId="urn:microsoft.com/office/officeart/2005/8/layout/default"/>
    <dgm:cxn modelId="{31036345-7DDF-4E5A-B245-41341B9E2CA3}" srcId="{0B973E80-7965-4423-BB4E-7474C1656C97}" destId="{AA63134A-730A-4B3F-AD27-3397AF3B1A45}" srcOrd="9" destOrd="0" parTransId="{162AF53E-CB3F-47E9-81B7-9EB5295E6E20}" sibTransId="{F10FE274-95A0-4BB5-AB66-2010D185FD47}"/>
    <dgm:cxn modelId="{4C671948-C71B-47E8-8FD1-F153B1D06C03}" type="presOf" srcId="{6D4F9B9D-EFD9-48BA-85C8-B1C4496AD5F9}" destId="{73DDB2DF-914D-4226-A64E-390CC938454D}" srcOrd="0" destOrd="2" presId="urn:microsoft.com/office/officeart/2005/8/layout/default"/>
    <dgm:cxn modelId="{9B883168-3063-4CA4-8E70-9433DDAC1161}" type="presOf" srcId="{05195847-8014-4A2C-AA22-FB42B4129E12}" destId="{219627BB-7EBE-4EE8-B4AD-CE47F687BB09}" srcOrd="0" destOrd="0" presId="urn:microsoft.com/office/officeart/2005/8/layout/default"/>
    <dgm:cxn modelId="{DF9A1D6B-4D84-4139-B3C3-E7BC265974AD}" srcId="{0B973E80-7965-4423-BB4E-7474C1656C97}" destId="{78E79137-2D8B-4AC5-B6E4-2C1DE8D42F6C}" srcOrd="13" destOrd="0" parTransId="{EBAB0781-D78D-4E01-8736-F912AC1BCD30}" sibTransId="{3F27DAF1-7340-4882-8705-EA3D4CB45F0A}"/>
    <dgm:cxn modelId="{74DB756D-F725-4BF5-9385-6BBB630205CD}" srcId="{0B973E80-7965-4423-BB4E-7474C1656C97}" destId="{15F26F8E-6AE7-4F48-8204-B08356E900FA}" srcOrd="12" destOrd="0" parTransId="{11D18D90-F67A-4E9B-8F48-E0AC3843B07F}" sibTransId="{B91A6AE5-447F-42D6-8D93-D5831133F386}"/>
    <dgm:cxn modelId="{37E1E86D-7110-46EB-9ACE-1D9CBAB29698}" type="presOf" srcId="{329B4F49-BAC3-44ED-9987-C03C66C6BD90}" destId="{7830D2B9-BCCC-4A57-AF5D-0D98ECA6D621}" srcOrd="0" destOrd="2" presId="urn:microsoft.com/office/officeart/2005/8/layout/default"/>
    <dgm:cxn modelId="{A3EA7951-AF9A-494A-BB3F-F836C0808B1B}" srcId="{8E4A7CB4-6D7D-473D-9CA3-775C9EB435F6}" destId="{071B7664-DA69-4B5C-9BAD-A8C49A1D4B98}" srcOrd="0" destOrd="0" parTransId="{A63C0C53-0823-4DF8-8EB0-92FBC55D0391}" sibTransId="{164D33EC-829F-4C18-9CDA-A3F2EC64377C}"/>
    <dgm:cxn modelId="{5BA5CE72-2B1C-4D60-83A7-B11471D672A0}" srcId="{0B973E80-7965-4423-BB4E-7474C1656C97}" destId="{F08F67FB-D030-468A-8660-63BE63C03C08}" srcOrd="23" destOrd="0" parTransId="{5839FF6F-841A-4248-B432-DCC774254849}" sibTransId="{3DC6D11E-5EC4-4774-B845-05C035A5279F}"/>
    <dgm:cxn modelId="{07CE6E73-008D-470F-9C1F-68EABD49CF27}" type="presOf" srcId="{8819BE93-415B-4D66-A931-CF0B39E83535}" destId="{EEEFE12A-5E12-463E-946D-1B32522655D6}" srcOrd="0" destOrd="0" presId="urn:microsoft.com/office/officeart/2005/8/layout/default"/>
    <dgm:cxn modelId="{E7D44074-FCB4-46F3-90BC-1FF63775B075}" type="presOf" srcId="{B12D8F45-3D52-4771-AE32-5FC8591DEBAC}" destId="{FC3F7A14-C64E-4B52-8A75-D1D216F73117}" srcOrd="0" destOrd="0" presId="urn:microsoft.com/office/officeart/2005/8/layout/default"/>
    <dgm:cxn modelId="{CB62C574-9DD4-4689-B073-EAE64597B76C}" type="presOf" srcId="{ACA5B8B8-0550-44B1-ADBE-EA3D557719FF}" destId="{C965EFEE-F5DC-4162-9E9B-2D737A0FD7A6}" srcOrd="0" destOrd="0" presId="urn:microsoft.com/office/officeart/2005/8/layout/default"/>
    <dgm:cxn modelId="{00D51057-061D-4FBF-A6AC-0169195B380A}" type="presOf" srcId="{C0A96134-3BF7-4B33-852B-E73260166B7F}" destId="{BEC0AA5F-2D84-4592-B5F4-45F248BFA6B0}" srcOrd="0" destOrd="0" presId="urn:microsoft.com/office/officeart/2005/8/layout/default"/>
    <dgm:cxn modelId="{A7D3BA79-8D47-47F0-882B-0B49D4CCB02B}" type="presOf" srcId="{88A0FC96-4D56-4E36-B6D0-6B140916B770}" destId="{ECC922E8-5978-48A5-9FD0-58359FA9C867}" srcOrd="0" destOrd="0" presId="urn:microsoft.com/office/officeart/2005/8/layout/default"/>
    <dgm:cxn modelId="{B8AE8D86-A359-4555-9091-B4725390B027}" srcId="{0B973E80-7965-4423-BB4E-7474C1656C97}" destId="{61C8BA7B-4588-481E-B18A-63D757DCEA26}" srcOrd="25" destOrd="0" parTransId="{C850258F-2E3D-41DD-9093-93700111007D}" sibTransId="{35A071A4-6789-4ACB-8699-AF7D96ADCE3E}"/>
    <dgm:cxn modelId="{8331E187-C81E-4E2B-B1FF-AF60BA05D188}" type="presOf" srcId="{F08F67FB-D030-468A-8660-63BE63C03C08}" destId="{8BE23916-A8BF-4B48-B7E1-81FCCD05CD46}" srcOrd="0" destOrd="0" presId="urn:microsoft.com/office/officeart/2005/8/layout/default"/>
    <dgm:cxn modelId="{4412478C-F56E-4EA8-91A6-2B466FADB8C2}" srcId="{0B973E80-7965-4423-BB4E-7474C1656C97}" destId="{02CE3805-7831-4FBC-BE46-27CF1B57A479}" srcOrd="1" destOrd="0" parTransId="{C6710CDA-25A7-40DC-B77C-2DACA3D01CD2}" sibTransId="{36DD5DF8-8628-4036-9953-6BDB7AC985B3}"/>
    <dgm:cxn modelId="{70EB218F-2573-4689-991F-8682CFE223EC}" srcId="{4F151CE8-F68D-4EB5-BD3A-89E1A4968AC0}" destId="{86EE6D94-9F85-460B-879E-A110E975615C}" srcOrd="1" destOrd="0" parTransId="{F652D8B7-93E1-44BD-A513-857B1B3824F1}" sibTransId="{46D68F60-6ADD-4218-B942-EEBC41D531CE}"/>
    <dgm:cxn modelId="{7C13F790-F03C-428F-9830-C927AFC9BEBE}" srcId="{0B973E80-7965-4423-BB4E-7474C1656C97}" destId="{4BACD315-B224-4389-9CEF-24B1395A5992}" srcOrd="19" destOrd="0" parTransId="{3E5AA44F-4A6B-4F60-8889-4AB8247A2996}" sibTransId="{3DDA259A-6045-4856-8720-CFF3EB92A17A}"/>
    <dgm:cxn modelId="{37F82D93-0E0E-49A6-9D96-A035C1A64759}" srcId="{0B973E80-7965-4423-BB4E-7474C1656C97}" destId="{6E1A6B50-45A0-4A8A-A46A-03CDBF4DCAD9}" srcOrd="16" destOrd="0" parTransId="{1CAFECC5-5086-4869-ADD8-694B3636DC0E}" sibTransId="{5A5BA930-1A55-489A-A440-8A1492BBD1B7}"/>
    <dgm:cxn modelId="{4B6D5697-E3E7-4D4E-8845-30D5BEB76CD5}" type="presOf" srcId="{8318A8E4-3E42-4A0D-89DD-BA92B89CF826}" destId="{FE33802F-FE26-4BA0-960F-4C5AAC1A9C6A}" srcOrd="0" destOrd="0" presId="urn:microsoft.com/office/officeart/2005/8/layout/default"/>
    <dgm:cxn modelId="{E1C4539D-CBAF-456D-9806-CFD241F1D234}" srcId="{0B973E80-7965-4423-BB4E-7474C1656C97}" destId="{F281BD0F-2A0A-42FB-ACA6-D000598F8364}" srcOrd="17" destOrd="0" parTransId="{EB322647-D611-496B-B756-DDE9E653B2B3}" sibTransId="{258E9913-B549-4370-B1B7-4C5B13F71F89}"/>
    <dgm:cxn modelId="{99D20E9F-9CE9-4FD9-9664-0D0C8BE69B8D}" type="presOf" srcId="{B5E522B0-56A1-4D09-94A5-A3F6A5B729A6}" destId="{7A086C41-147D-4514-AFDF-C1A1043265D6}" srcOrd="0" destOrd="0" presId="urn:microsoft.com/office/officeart/2005/8/layout/default"/>
    <dgm:cxn modelId="{6611C59F-6B39-4593-B881-46AC11BFDAAA}" srcId="{0B973E80-7965-4423-BB4E-7474C1656C97}" destId="{B5E522B0-56A1-4D09-94A5-A3F6A5B729A6}" srcOrd="21" destOrd="0" parTransId="{D6634F61-8C3B-442E-8C8A-A71A59733DE3}" sibTransId="{23256DB0-8A11-4775-BBD3-1DCDAA1B170D}"/>
    <dgm:cxn modelId="{48AF39A6-48BF-4C84-B629-7B308AD83653}" type="presOf" srcId="{2ECDDA3A-C83F-444F-A49B-F2DD39D44E98}" destId="{7830D2B9-BCCC-4A57-AF5D-0D98ECA6D621}" srcOrd="0" destOrd="3" presId="urn:microsoft.com/office/officeart/2005/8/layout/default"/>
    <dgm:cxn modelId="{C6254BA6-0B72-4838-B3AE-B358ED0BD675}" type="presOf" srcId="{1EA7900F-5C24-4C1C-B606-BF120F673D94}" destId="{7E2ABECC-BB4F-48AA-8E33-BF2A6AB6926D}" srcOrd="0" destOrd="0" presId="urn:microsoft.com/office/officeart/2005/8/layout/default"/>
    <dgm:cxn modelId="{9BD82AAE-086D-4112-97CA-FEF0E2BABF63}" type="presOf" srcId="{161F93F2-D925-4ECB-9211-C2FBB68BC0DC}" destId="{EFC3E2C5-FE49-407F-9173-159D6B660E18}" srcOrd="0" destOrd="0" presId="urn:microsoft.com/office/officeart/2005/8/layout/default"/>
    <dgm:cxn modelId="{2BD09CB0-A815-4637-A60C-F2EDC57339C3}" type="presOf" srcId="{0DB7FEF1-0EE2-4455-A165-68613977CE0D}" destId="{6A79E56E-82A5-4C8C-BBBA-7777CC871BE8}" srcOrd="0" destOrd="0" presId="urn:microsoft.com/office/officeart/2005/8/layout/default"/>
    <dgm:cxn modelId="{607574B2-C681-4C6A-B21A-4A7791F06189}" srcId="{8E4A7CB4-6D7D-473D-9CA3-775C9EB435F6}" destId="{329B4F49-BAC3-44ED-9987-C03C66C6BD90}" srcOrd="1" destOrd="0" parTransId="{25ADA91C-EBA8-41D4-9D31-3BD22EC13B85}" sibTransId="{DC6A3E09-A9F9-4C25-8EA2-4CA475FD555C}"/>
    <dgm:cxn modelId="{CACFA7B6-166F-480F-8FE3-4699FBD8072B}" srcId="{0B973E80-7965-4423-BB4E-7474C1656C97}" destId="{1EA7900F-5C24-4C1C-B606-BF120F673D94}" srcOrd="28" destOrd="0" parTransId="{B96CE338-AF0C-42F5-B65A-2850B2DE23B2}" sibTransId="{268ADC56-7279-4C30-AF0A-863881DDFF83}"/>
    <dgm:cxn modelId="{8B00B7BA-2A00-4396-AD46-285996D15407}" type="presOf" srcId="{4BACD315-B224-4389-9CEF-24B1395A5992}" destId="{92DF1162-0EAD-49ED-A4F4-CA0E942B0BF4}" srcOrd="0" destOrd="0" presId="urn:microsoft.com/office/officeart/2005/8/layout/default"/>
    <dgm:cxn modelId="{C6D059CC-42D2-4A86-A54C-1A8D81CD55AF}" type="presOf" srcId="{8E4A7CB4-6D7D-473D-9CA3-775C9EB435F6}" destId="{7830D2B9-BCCC-4A57-AF5D-0D98ECA6D621}" srcOrd="0" destOrd="0" presId="urn:microsoft.com/office/officeart/2005/8/layout/default"/>
    <dgm:cxn modelId="{53A00ACD-A36E-47C9-9534-2A3BD53C3CCC}" type="presOf" srcId="{AA63134A-730A-4B3F-AD27-3397AF3B1A45}" destId="{C33F058B-F125-46E9-9E98-5E92E8DFAA6E}" srcOrd="0" destOrd="0" presId="urn:microsoft.com/office/officeart/2005/8/layout/default"/>
    <dgm:cxn modelId="{BB97C5D1-E3F9-4DB1-B66F-FB61E5BF9CEF}" srcId="{0B973E80-7965-4423-BB4E-7474C1656C97}" destId="{A326EF47-B5C3-41EC-A3BF-BF40BD099504}" srcOrd="5" destOrd="0" parTransId="{F6910E0D-AE03-4F8A-849B-819EC7785BEC}" sibTransId="{9B1442CF-A803-4F15-B042-8E2821C24593}"/>
    <dgm:cxn modelId="{04F2C9D1-DE97-43B7-A41A-682B46288DEF}" srcId="{02CE3805-7831-4FBC-BE46-27CF1B57A479}" destId="{CABD0DFE-B976-4031-B0DD-85F9607932A7}" srcOrd="0" destOrd="0" parTransId="{527FDC37-C096-4BAB-A566-FBE8D904B34C}" sibTransId="{911572CB-2995-4022-9745-49BC7223BDD3}"/>
    <dgm:cxn modelId="{A37A8AD3-72FA-4078-A587-32AFFCB9BE66}" type="presOf" srcId="{6CB66B38-64FE-4F07-84B8-F3839F2430C7}" destId="{480B28F8-9335-469B-A53A-B34DAA228237}" srcOrd="0" destOrd="1" presId="urn:microsoft.com/office/officeart/2005/8/layout/default"/>
    <dgm:cxn modelId="{BB9664D4-0CCF-4329-8C3D-9C146C6CEA5A}" srcId="{0B973E80-7965-4423-BB4E-7474C1656C97}" destId="{F4615E58-A10E-4CA2-919F-A8B12FA85F9D}" srcOrd="8" destOrd="0" parTransId="{772F2044-7156-48F3-A0FD-9F7CA4F31FDE}" sibTransId="{ABDF1481-B6D6-40CA-9D14-9144B01A7A03}"/>
    <dgm:cxn modelId="{D9C576D4-D7AA-4BE7-BAF4-4F6CD59E4C4B}" type="presOf" srcId="{F4615E58-A10E-4CA2-919F-A8B12FA85F9D}" destId="{23FC22C7-017F-4D34-AFB3-8AAA42648696}" srcOrd="0" destOrd="0" presId="urn:microsoft.com/office/officeart/2005/8/layout/default"/>
    <dgm:cxn modelId="{3AA81DD6-CDA4-4CDB-B788-7C1BA023155B}" type="presOf" srcId="{86EE6D94-9F85-460B-879E-A110E975615C}" destId="{480B28F8-9335-469B-A53A-B34DAA228237}" srcOrd="0" destOrd="2" presId="urn:microsoft.com/office/officeart/2005/8/layout/default"/>
    <dgm:cxn modelId="{77AA50DA-0C6B-4511-99D2-AB328BABACDD}" type="presOf" srcId="{8FAF3AAB-4EFB-4801-A006-F01AF42ADEAF}" destId="{DE30E288-1948-4C35-B5E5-DDAA7C3EFAF8}" srcOrd="0" destOrd="0" presId="urn:microsoft.com/office/officeart/2005/8/layout/default"/>
    <dgm:cxn modelId="{EBBC50DF-C278-4FCF-9119-78FF44190076}" srcId="{0B973E80-7965-4423-BB4E-7474C1656C97}" destId="{ACA5B8B8-0550-44B1-ADBE-EA3D557719FF}" srcOrd="0" destOrd="0" parTransId="{2AE648E8-D9BD-4ADB-9598-E5C57B8AB91E}" sibTransId="{62D6CF93-A283-4CC8-A825-E5AE5B1712EE}"/>
    <dgm:cxn modelId="{9126D1E3-02E9-4EA3-9EDE-3E37E62FA755}" srcId="{0B973E80-7965-4423-BB4E-7474C1656C97}" destId="{8E4A7CB4-6D7D-473D-9CA3-775C9EB435F6}" srcOrd="27" destOrd="0" parTransId="{B492879B-93AF-4535-8F92-60C6B49E9CB9}" sibTransId="{69FF7492-2C5F-46D6-A3E7-EF5886327D06}"/>
    <dgm:cxn modelId="{81A9A3E4-0BE1-47BE-8EA6-ADA75C803AFB}" srcId="{0B973E80-7965-4423-BB4E-7474C1656C97}" destId="{B12D8F45-3D52-4771-AE32-5FC8591DEBAC}" srcOrd="3" destOrd="0" parTransId="{38F37E0A-77DE-4574-A347-27D2D698EED0}" sibTransId="{A5DAC980-6CF2-4C5D-B9EA-1FA98802B6AE}"/>
    <dgm:cxn modelId="{E09997E9-8C0A-487D-A22D-E34DC77DACB9}" srcId="{4F151CE8-F68D-4EB5-BD3A-89E1A4968AC0}" destId="{6CB66B38-64FE-4F07-84B8-F3839F2430C7}" srcOrd="0" destOrd="0" parTransId="{A17B1BB4-71B2-4CFE-ADFB-5562FEA9AF49}" sibTransId="{A7977A5E-F06E-4586-AA55-C3994D064EB2}"/>
    <dgm:cxn modelId="{23D478EB-83D1-42DE-8BD3-755B4D2D2DB3}" srcId="{0B973E80-7965-4423-BB4E-7474C1656C97}" destId="{05195847-8014-4A2C-AA22-FB42B4129E12}" srcOrd="18" destOrd="0" parTransId="{00BF4924-F3F7-43ED-AEDD-809B68C89B3D}" sibTransId="{8F4DF9FD-19CA-4745-9A2C-F5F9972F64DF}"/>
    <dgm:cxn modelId="{E5D5DEEE-ECB8-4AC3-85E5-8FECAA20EADA}" type="presOf" srcId="{4F787630-0C2A-43CC-A1E7-C3CCD35628A0}" destId="{28B4CD58-B579-4AD2-A09E-B2C556B2F3E9}" srcOrd="0" destOrd="0" presId="urn:microsoft.com/office/officeart/2005/8/layout/default"/>
    <dgm:cxn modelId="{B7C007EF-DA3C-4CC2-ADE1-94E01D695B7A}" srcId="{0B973E80-7965-4423-BB4E-7474C1656C97}" destId="{4F787630-0C2A-43CC-A1E7-C3CCD35628A0}" srcOrd="2" destOrd="0" parTransId="{D430AD29-F243-4685-BD9F-D24EA9A6F4B2}" sibTransId="{9BC0AF3B-7EB8-4941-A610-88A62D708F52}"/>
    <dgm:cxn modelId="{4F042BFB-56F8-48A8-8D67-882AB1035D5C}" type="presOf" srcId="{071B7664-DA69-4B5C-9BAD-A8C49A1D4B98}" destId="{7830D2B9-BCCC-4A57-AF5D-0D98ECA6D621}" srcOrd="0" destOrd="1" presId="urn:microsoft.com/office/officeart/2005/8/layout/default"/>
    <dgm:cxn modelId="{BB00BCFD-7BC5-4DF1-BF51-C7B4C8F06727}" type="presOf" srcId="{6E1A6B50-45A0-4A8A-A46A-03CDBF4DCAD9}" destId="{E0414326-06DC-4034-9106-8FF3013107DE}" srcOrd="0" destOrd="0" presId="urn:microsoft.com/office/officeart/2005/8/layout/default"/>
    <dgm:cxn modelId="{9DBE5EFE-ACC8-4BEA-8B4D-7CC2F2640E0F}" srcId="{8E4A7CB4-6D7D-473D-9CA3-775C9EB435F6}" destId="{2ECDDA3A-C83F-444F-A49B-F2DD39D44E98}" srcOrd="2" destOrd="0" parTransId="{7A4882E8-08C9-416D-9E08-ED3CA87A81B2}" sibTransId="{E8E7EE39-F0E4-4DB9-A9F6-45B1764EF87E}"/>
    <dgm:cxn modelId="{05F05EFE-0E38-4FD6-8B24-A99E2036E3DD}" type="presOf" srcId="{61C8BA7B-4588-481E-B18A-63D757DCEA26}" destId="{922D3B7D-1986-417B-8737-005371FC791F}" srcOrd="0" destOrd="0" presId="urn:microsoft.com/office/officeart/2005/8/layout/default"/>
    <dgm:cxn modelId="{E6E9549B-447C-4A57-97B8-A61C9B2CF7E3}" type="presParOf" srcId="{E6ABD12C-CE1F-4F9D-AF0E-D69A638C5D9C}" destId="{C965EFEE-F5DC-4162-9E9B-2D737A0FD7A6}" srcOrd="0" destOrd="0" presId="urn:microsoft.com/office/officeart/2005/8/layout/default"/>
    <dgm:cxn modelId="{31490BF6-1885-4ED6-B9E4-82949DFF1358}" type="presParOf" srcId="{E6ABD12C-CE1F-4F9D-AF0E-D69A638C5D9C}" destId="{A209F75A-36ED-4A3E-8B8C-FCE44EA087E5}" srcOrd="1" destOrd="0" presId="urn:microsoft.com/office/officeart/2005/8/layout/default"/>
    <dgm:cxn modelId="{4A38D2B4-54DF-4319-83F6-E714C50F7330}" type="presParOf" srcId="{E6ABD12C-CE1F-4F9D-AF0E-D69A638C5D9C}" destId="{73DDB2DF-914D-4226-A64E-390CC938454D}" srcOrd="2" destOrd="0" presId="urn:microsoft.com/office/officeart/2005/8/layout/default"/>
    <dgm:cxn modelId="{A2BF0246-6F74-4FCB-BD15-EE036E0DD175}" type="presParOf" srcId="{E6ABD12C-CE1F-4F9D-AF0E-D69A638C5D9C}" destId="{29FF4D95-8559-44B7-94C1-79D1EB1A0BCC}" srcOrd="3" destOrd="0" presId="urn:microsoft.com/office/officeart/2005/8/layout/default"/>
    <dgm:cxn modelId="{DA414546-571C-4A62-B968-CAA9E750233C}" type="presParOf" srcId="{E6ABD12C-CE1F-4F9D-AF0E-D69A638C5D9C}" destId="{28B4CD58-B579-4AD2-A09E-B2C556B2F3E9}" srcOrd="4" destOrd="0" presId="urn:microsoft.com/office/officeart/2005/8/layout/default"/>
    <dgm:cxn modelId="{F9E9F759-90AA-4E8D-A252-92E79B24B53C}" type="presParOf" srcId="{E6ABD12C-CE1F-4F9D-AF0E-D69A638C5D9C}" destId="{A4046D2D-E631-4A63-A029-97E5E913FA6E}" srcOrd="5" destOrd="0" presId="urn:microsoft.com/office/officeart/2005/8/layout/default"/>
    <dgm:cxn modelId="{19BD4733-5FAC-45E5-AA5C-9DE6D697544E}" type="presParOf" srcId="{E6ABD12C-CE1F-4F9D-AF0E-D69A638C5D9C}" destId="{FC3F7A14-C64E-4B52-8A75-D1D216F73117}" srcOrd="6" destOrd="0" presId="urn:microsoft.com/office/officeart/2005/8/layout/default"/>
    <dgm:cxn modelId="{85228454-F149-47EE-A006-BD196AFAD654}" type="presParOf" srcId="{E6ABD12C-CE1F-4F9D-AF0E-D69A638C5D9C}" destId="{BDC4B51C-045E-4112-93E9-29BA9F2B7163}" srcOrd="7" destOrd="0" presId="urn:microsoft.com/office/officeart/2005/8/layout/default"/>
    <dgm:cxn modelId="{58E0B616-2681-44F3-AD2E-270A490276FD}" type="presParOf" srcId="{E6ABD12C-CE1F-4F9D-AF0E-D69A638C5D9C}" destId="{480B28F8-9335-469B-A53A-B34DAA228237}" srcOrd="8" destOrd="0" presId="urn:microsoft.com/office/officeart/2005/8/layout/default"/>
    <dgm:cxn modelId="{9B6CA290-8054-45F7-9631-EC2CD1A22022}" type="presParOf" srcId="{E6ABD12C-CE1F-4F9D-AF0E-D69A638C5D9C}" destId="{C14E8993-E0D6-493F-B02F-0BBA44B713DE}" srcOrd="9" destOrd="0" presId="urn:microsoft.com/office/officeart/2005/8/layout/default"/>
    <dgm:cxn modelId="{A3EF9E50-A655-40BD-8B02-9FEEA986095F}" type="presParOf" srcId="{E6ABD12C-CE1F-4F9D-AF0E-D69A638C5D9C}" destId="{7BFC0C80-F3EB-433F-BCCD-0784A3E3DEFE}" srcOrd="10" destOrd="0" presId="urn:microsoft.com/office/officeart/2005/8/layout/default"/>
    <dgm:cxn modelId="{3839ADA9-9580-4955-A791-911C832B4F7B}" type="presParOf" srcId="{E6ABD12C-CE1F-4F9D-AF0E-D69A638C5D9C}" destId="{56783E30-8864-4967-B6F2-B3B74220CDDD}" srcOrd="11" destOrd="0" presId="urn:microsoft.com/office/officeart/2005/8/layout/default"/>
    <dgm:cxn modelId="{6771BE34-09DC-4010-B7AE-9F83B6FE6FF7}" type="presParOf" srcId="{E6ABD12C-CE1F-4F9D-AF0E-D69A638C5D9C}" destId="{DE30E288-1948-4C35-B5E5-DDAA7C3EFAF8}" srcOrd="12" destOrd="0" presId="urn:microsoft.com/office/officeart/2005/8/layout/default"/>
    <dgm:cxn modelId="{65B61C16-785C-4609-AD39-480F5BAD858D}" type="presParOf" srcId="{E6ABD12C-CE1F-4F9D-AF0E-D69A638C5D9C}" destId="{61741839-77D0-4E4C-AF97-B118C1057BB5}" srcOrd="13" destOrd="0" presId="urn:microsoft.com/office/officeart/2005/8/layout/default"/>
    <dgm:cxn modelId="{83DF286E-62D6-4112-9850-7DF0F4F31852}" type="presParOf" srcId="{E6ABD12C-CE1F-4F9D-AF0E-D69A638C5D9C}" destId="{1241C88E-47CE-4AD6-B447-1EA8B950AA3A}" srcOrd="14" destOrd="0" presId="urn:microsoft.com/office/officeart/2005/8/layout/default"/>
    <dgm:cxn modelId="{1E49E658-E99A-43B0-ABC1-2A0F8E1AA7E5}" type="presParOf" srcId="{E6ABD12C-CE1F-4F9D-AF0E-D69A638C5D9C}" destId="{8FA9336D-4D88-44F9-82BB-C2F00702D06C}" srcOrd="15" destOrd="0" presId="urn:microsoft.com/office/officeart/2005/8/layout/default"/>
    <dgm:cxn modelId="{9094588E-4E50-4C58-9656-8562080F166B}" type="presParOf" srcId="{E6ABD12C-CE1F-4F9D-AF0E-D69A638C5D9C}" destId="{23FC22C7-017F-4D34-AFB3-8AAA42648696}" srcOrd="16" destOrd="0" presId="urn:microsoft.com/office/officeart/2005/8/layout/default"/>
    <dgm:cxn modelId="{F1428BC4-3C37-49F6-804D-60D8840E8BCD}" type="presParOf" srcId="{E6ABD12C-CE1F-4F9D-AF0E-D69A638C5D9C}" destId="{3226B821-EDC6-4FAD-90FB-D2D91C62CE47}" srcOrd="17" destOrd="0" presId="urn:microsoft.com/office/officeart/2005/8/layout/default"/>
    <dgm:cxn modelId="{5956D109-658A-449C-95AA-7B7EB21FF36C}" type="presParOf" srcId="{E6ABD12C-CE1F-4F9D-AF0E-D69A638C5D9C}" destId="{C33F058B-F125-46E9-9E98-5E92E8DFAA6E}" srcOrd="18" destOrd="0" presId="urn:microsoft.com/office/officeart/2005/8/layout/default"/>
    <dgm:cxn modelId="{1D3DC72A-6DAA-4E2E-BF9E-427B2E4FB37B}" type="presParOf" srcId="{E6ABD12C-CE1F-4F9D-AF0E-D69A638C5D9C}" destId="{C34B6EF4-6B37-449A-8D11-3441C499FD13}" srcOrd="19" destOrd="0" presId="urn:microsoft.com/office/officeart/2005/8/layout/default"/>
    <dgm:cxn modelId="{5275E01B-2ED8-42D3-9DF6-A8AC94936DFA}" type="presParOf" srcId="{E6ABD12C-CE1F-4F9D-AF0E-D69A638C5D9C}" destId="{B9C73B97-8164-42CE-B2AB-FCA6BD83CAE7}" srcOrd="20" destOrd="0" presId="urn:microsoft.com/office/officeart/2005/8/layout/default"/>
    <dgm:cxn modelId="{F3BCAACB-CAB6-4797-9EED-1C578DDE8908}" type="presParOf" srcId="{E6ABD12C-CE1F-4F9D-AF0E-D69A638C5D9C}" destId="{DDEC0373-7748-4499-B9F6-32716F9DB295}" srcOrd="21" destOrd="0" presId="urn:microsoft.com/office/officeart/2005/8/layout/default"/>
    <dgm:cxn modelId="{E13F3980-F2D2-45CF-BCE2-43C153EE0F22}" type="presParOf" srcId="{E6ABD12C-CE1F-4F9D-AF0E-D69A638C5D9C}" destId="{7A0B1A9F-3E0B-4FC3-8303-DBEFA78359F2}" srcOrd="22" destOrd="0" presId="urn:microsoft.com/office/officeart/2005/8/layout/default"/>
    <dgm:cxn modelId="{DF1850C7-8D87-4A65-8934-8A9BBE52B566}" type="presParOf" srcId="{E6ABD12C-CE1F-4F9D-AF0E-D69A638C5D9C}" destId="{3F145D28-20E2-42DA-8B33-16B33F61D265}" srcOrd="23" destOrd="0" presId="urn:microsoft.com/office/officeart/2005/8/layout/default"/>
    <dgm:cxn modelId="{0FAF1B3E-8BA7-4670-80C7-6C0AD07DA01F}" type="presParOf" srcId="{E6ABD12C-CE1F-4F9D-AF0E-D69A638C5D9C}" destId="{AC8F8F95-C9C2-4EEA-9AF3-9F7A76E88895}" srcOrd="24" destOrd="0" presId="urn:microsoft.com/office/officeart/2005/8/layout/default"/>
    <dgm:cxn modelId="{18F06D6B-F053-4416-A14E-6B4EB7E69917}" type="presParOf" srcId="{E6ABD12C-CE1F-4F9D-AF0E-D69A638C5D9C}" destId="{ACBED971-64CA-4E53-B8F2-2B86349CEAD8}" srcOrd="25" destOrd="0" presId="urn:microsoft.com/office/officeart/2005/8/layout/default"/>
    <dgm:cxn modelId="{EE3369FD-070B-454A-8500-576F2A69F5A4}" type="presParOf" srcId="{E6ABD12C-CE1F-4F9D-AF0E-D69A638C5D9C}" destId="{168C4074-C35B-4F3A-939E-DA1595E250BC}" srcOrd="26" destOrd="0" presId="urn:microsoft.com/office/officeart/2005/8/layout/default"/>
    <dgm:cxn modelId="{8497669D-8B4A-4CAA-8CD4-1055E4711D41}" type="presParOf" srcId="{E6ABD12C-CE1F-4F9D-AF0E-D69A638C5D9C}" destId="{43BFDA84-9F1E-48D3-BF03-8613DEBB955D}" srcOrd="27" destOrd="0" presId="urn:microsoft.com/office/officeart/2005/8/layout/default"/>
    <dgm:cxn modelId="{4819917B-8FF8-4CC4-A239-9729C6FA7F79}" type="presParOf" srcId="{E6ABD12C-CE1F-4F9D-AF0E-D69A638C5D9C}" destId="{BEC0AA5F-2D84-4592-B5F4-45F248BFA6B0}" srcOrd="28" destOrd="0" presId="urn:microsoft.com/office/officeart/2005/8/layout/default"/>
    <dgm:cxn modelId="{559049F0-84A8-45F7-A456-95221F9602F5}" type="presParOf" srcId="{E6ABD12C-CE1F-4F9D-AF0E-D69A638C5D9C}" destId="{82835162-7DA6-42B1-AF43-418A643C73F4}" srcOrd="29" destOrd="0" presId="urn:microsoft.com/office/officeart/2005/8/layout/default"/>
    <dgm:cxn modelId="{7A553462-6D8C-417D-BC73-9C272AFA204B}" type="presParOf" srcId="{E6ABD12C-CE1F-4F9D-AF0E-D69A638C5D9C}" destId="{6A79E56E-82A5-4C8C-BBBA-7777CC871BE8}" srcOrd="30" destOrd="0" presId="urn:microsoft.com/office/officeart/2005/8/layout/default"/>
    <dgm:cxn modelId="{4F29BBFB-6F86-41B7-B90E-A85FBA2F005A}" type="presParOf" srcId="{E6ABD12C-CE1F-4F9D-AF0E-D69A638C5D9C}" destId="{54C4257E-F639-4E2A-AC15-D1E832FFFC03}" srcOrd="31" destOrd="0" presId="urn:microsoft.com/office/officeart/2005/8/layout/default"/>
    <dgm:cxn modelId="{632A2BA7-11F8-45A4-88A3-F1E621894195}" type="presParOf" srcId="{E6ABD12C-CE1F-4F9D-AF0E-D69A638C5D9C}" destId="{E0414326-06DC-4034-9106-8FF3013107DE}" srcOrd="32" destOrd="0" presId="urn:microsoft.com/office/officeart/2005/8/layout/default"/>
    <dgm:cxn modelId="{2893AEF3-CE70-48AF-B76C-51B52348AC31}" type="presParOf" srcId="{E6ABD12C-CE1F-4F9D-AF0E-D69A638C5D9C}" destId="{64A78103-570C-4926-8624-D7962383A8FC}" srcOrd="33" destOrd="0" presId="urn:microsoft.com/office/officeart/2005/8/layout/default"/>
    <dgm:cxn modelId="{7FC1B1A0-4C10-4956-8309-5A3A332BBCE3}" type="presParOf" srcId="{E6ABD12C-CE1F-4F9D-AF0E-D69A638C5D9C}" destId="{1CD54CF0-6FAA-4ACA-B84A-16756805C9BD}" srcOrd="34" destOrd="0" presId="urn:microsoft.com/office/officeart/2005/8/layout/default"/>
    <dgm:cxn modelId="{B4C5434B-F594-44E3-9BF7-2F8B08158A5A}" type="presParOf" srcId="{E6ABD12C-CE1F-4F9D-AF0E-D69A638C5D9C}" destId="{463BEAE4-1F68-4EB7-87DD-0D4593E1D7D6}" srcOrd="35" destOrd="0" presId="urn:microsoft.com/office/officeart/2005/8/layout/default"/>
    <dgm:cxn modelId="{5D883D84-3521-4E1F-BC1B-2084931F7E8E}" type="presParOf" srcId="{E6ABD12C-CE1F-4F9D-AF0E-D69A638C5D9C}" destId="{219627BB-7EBE-4EE8-B4AD-CE47F687BB09}" srcOrd="36" destOrd="0" presId="urn:microsoft.com/office/officeart/2005/8/layout/default"/>
    <dgm:cxn modelId="{AEB1F6F7-9342-4EF7-926D-31E1F59F2D94}" type="presParOf" srcId="{E6ABD12C-CE1F-4F9D-AF0E-D69A638C5D9C}" destId="{BB2FDFB5-2385-42DA-B3F5-A2FCC845F66F}" srcOrd="37" destOrd="0" presId="urn:microsoft.com/office/officeart/2005/8/layout/default"/>
    <dgm:cxn modelId="{AAFCE4C9-503E-41F3-8982-62F01A19EC51}" type="presParOf" srcId="{E6ABD12C-CE1F-4F9D-AF0E-D69A638C5D9C}" destId="{92DF1162-0EAD-49ED-A4F4-CA0E942B0BF4}" srcOrd="38" destOrd="0" presId="urn:microsoft.com/office/officeart/2005/8/layout/default"/>
    <dgm:cxn modelId="{86EB470B-9E4D-4E2D-8531-F595B6002D9A}" type="presParOf" srcId="{E6ABD12C-CE1F-4F9D-AF0E-D69A638C5D9C}" destId="{70F1204D-6D80-4D05-B0BD-39A98B0C9CD5}" srcOrd="39" destOrd="0" presId="urn:microsoft.com/office/officeart/2005/8/layout/default"/>
    <dgm:cxn modelId="{3CB817F3-8A51-467F-844A-8FBA025C1B2C}" type="presParOf" srcId="{E6ABD12C-CE1F-4F9D-AF0E-D69A638C5D9C}" destId="{EEEFE12A-5E12-463E-946D-1B32522655D6}" srcOrd="40" destOrd="0" presId="urn:microsoft.com/office/officeart/2005/8/layout/default"/>
    <dgm:cxn modelId="{A0B91C16-DC1F-4D12-A19A-77EA4B6D6CEB}" type="presParOf" srcId="{E6ABD12C-CE1F-4F9D-AF0E-D69A638C5D9C}" destId="{BAD9E38B-012C-4E54-B48E-98AB85366EF6}" srcOrd="41" destOrd="0" presId="urn:microsoft.com/office/officeart/2005/8/layout/default"/>
    <dgm:cxn modelId="{01DAD6E4-8389-45DA-ABB6-ADE1D032031E}" type="presParOf" srcId="{E6ABD12C-CE1F-4F9D-AF0E-D69A638C5D9C}" destId="{7A086C41-147D-4514-AFDF-C1A1043265D6}" srcOrd="42" destOrd="0" presId="urn:microsoft.com/office/officeart/2005/8/layout/default"/>
    <dgm:cxn modelId="{583E2C01-49A0-4251-A895-271C1B0E15C7}" type="presParOf" srcId="{E6ABD12C-CE1F-4F9D-AF0E-D69A638C5D9C}" destId="{902CA2AB-3E0D-490C-930E-F3A577AB1C53}" srcOrd="43" destOrd="0" presId="urn:microsoft.com/office/officeart/2005/8/layout/default"/>
    <dgm:cxn modelId="{B954FFFA-5273-4EFE-BF31-974E1C612A32}" type="presParOf" srcId="{E6ABD12C-CE1F-4F9D-AF0E-D69A638C5D9C}" destId="{EFC3E2C5-FE49-407F-9173-159D6B660E18}" srcOrd="44" destOrd="0" presId="urn:microsoft.com/office/officeart/2005/8/layout/default"/>
    <dgm:cxn modelId="{1B54638B-2AE9-438D-8797-C63FD2FA1B92}" type="presParOf" srcId="{E6ABD12C-CE1F-4F9D-AF0E-D69A638C5D9C}" destId="{A2F53953-F240-4B7F-90BB-C13DA48D1A46}" srcOrd="45" destOrd="0" presId="urn:microsoft.com/office/officeart/2005/8/layout/default"/>
    <dgm:cxn modelId="{2EACB94A-9D25-4E49-8855-2325858E65BA}" type="presParOf" srcId="{E6ABD12C-CE1F-4F9D-AF0E-D69A638C5D9C}" destId="{8BE23916-A8BF-4B48-B7E1-81FCCD05CD46}" srcOrd="46" destOrd="0" presId="urn:microsoft.com/office/officeart/2005/8/layout/default"/>
    <dgm:cxn modelId="{75F4E0B3-2C03-4927-8CBE-3D8D189AEB65}" type="presParOf" srcId="{E6ABD12C-CE1F-4F9D-AF0E-D69A638C5D9C}" destId="{0B81BD6E-0BFE-4BB9-9775-34C5B3F25667}" srcOrd="47" destOrd="0" presId="urn:microsoft.com/office/officeart/2005/8/layout/default"/>
    <dgm:cxn modelId="{4CC524C3-F44B-4B7A-8B39-FFEA072306CE}" type="presParOf" srcId="{E6ABD12C-CE1F-4F9D-AF0E-D69A638C5D9C}" destId="{ECC922E8-5978-48A5-9FD0-58359FA9C867}" srcOrd="48" destOrd="0" presId="urn:microsoft.com/office/officeart/2005/8/layout/default"/>
    <dgm:cxn modelId="{27AD22E2-781B-406D-96BE-24843B997591}" type="presParOf" srcId="{E6ABD12C-CE1F-4F9D-AF0E-D69A638C5D9C}" destId="{E4618A3A-CDF1-4656-AD1B-F150DC9885C1}" srcOrd="49" destOrd="0" presId="urn:microsoft.com/office/officeart/2005/8/layout/default"/>
    <dgm:cxn modelId="{CF7B251F-3E03-4B5A-81CA-140E3777BDE9}" type="presParOf" srcId="{E6ABD12C-CE1F-4F9D-AF0E-D69A638C5D9C}" destId="{922D3B7D-1986-417B-8737-005371FC791F}" srcOrd="50" destOrd="0" presId="urn:microsoft.com/office/officeart/2005/8/layout/default"/>
    <dgm:cxn modelId="{37153A04-DB82-47F8-8BDA-26D50475FED8}" type="presParOf" srcId="{E6ABD12C-CE1F-4F9D-AF0E-D69A638C5D9C}" destId="{4845A373-B852-4E1C-BD09-B4E984B9B690}" srcOrd="51" destOrd="0" presId="urn:microsoft.com/office/officeart/2005/8/layout/default"/>
    <dgm:cxn modelId="{059E7C22-6816-4061-888B-80EEE227466A}" type="presParOf" srcId="{E6ABD12C-CE1F-4F9D-AF0E-D69A638C5D9C}" destId="{FE33802F-FE26-4BA0-960F-4C5AAC1A9C6A}" srcOrd="52" destOrd="0" presId="urn:microsoft.com/office/officeart/2005/8/layout/default"/>
    <dgm:cxn modelId="{85DE34B4-72D3-4B03-ACB5-9B854916E2E1}" type="presParOf" srcId="{E6ABD12C-CE1F-4F9D-AF0E-D69A638C5D9C}" destId="{4D243E25-1783-49D7-BFEA-41EBC1A86026}" srcOrd="53" destOrd="0" presId="urn:microsoft.com/office/officeart/2005/8/layout/default"/>
    <dgm:cxn modelId="{339EEFC2-2278-4E82-B8CC-233D2BD10447}" type="presParOf" srcId="{E6ABD12C-CE1F-4F9D-AF0E-D69A638C5D9C}" destId="{7830D2B9-BCCC-4A57-AF5D-0D98ECA6D621}" srcOrd="54" destOrd="0" presId="urn:microsoft.com/office/officeart/2005/8/layout/default"/>
    <dgm:cxn modelId="{DE848F14-5D2B-4BC3-9C2B-C84CDBDDB34A}" type="presParOf" srcId="{E6ABD12C-CE1F-4F9D-AF0E-D69A638C5D9C}" destId="{9468E0A0-2380-4C77-9C2E-EA5D0B797D93}" srcOrd="55" destOrd="0" presId="urn:microsoft.com/office/officeart/2005/8/layout/default"/>
    <dgm:cxn modelId="{B75E0FDF-226E-422A-9D26-B53F74951487}" type="presParOf" srcId="{E6ABD12C-CE1F-4F9D-AF0E-D69A638C5D9C}" destId="{7E2ABECC-BB4F-48AA-8E33-BF2A6AB6926D}" srcOrd="5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BE126C-87C0-46DD-AF00-A35E26F7BE59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0D23B90-A001-45A4-9B9B-11CE7037A671}">
      <dgm:prSet/>
      <dgm:spPr/>
      <dgm:t>
        <a:bodyPr/>
        <a:lstStyle/>
        <a:p>
          <a:r>
            <a:rPr lang="en-US"/>
            <a:t>Use EON Tuner to find balanced models with low RAM/Flash</a:t>
          </a:r>
        </a:p>
      </dgm:t>
    </dgm:pt>
    <dgm:pt modelId="{22A3A798-0351-40A5-BA61-4C5491D6DA25}" type="parTrans" cxnId="{6D8AEC22-FDBF-493F-B077-53D61C2C2A48}">
      <dgm:prSet/>
      <dgm:spPr/>
      <dgm:t>
        <a:bodyPr/>
        <a:lstStyle/>
        <a:p>
          <a:endParaRPr lang="en-US"/>
        </a:p>
      </dgm:t>
    </dgm:pt>
    <dgm:pt modelId="{97D066D6-3E26-4D49-AD9D-EC49D3A2832B}" type="sibTrans" cxnId="{6D8AEC22-FDBF-493F-B077-53D61C2C2A4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026C4A0-1BAE-401E-9D3E-055B78F742F2}">
      <dgm:prSet/>
      <dgm:spPr/>
      <dgm:t>
        <a:bodyPr/>
        <a:lstStyle/>
        <a:p>
          <a:r>
            <a:rPr lang="en-US"/>
            <a:t>Quantize model to int8 / TFLite for microcontrollers</a:t>
          </a:r>
        </a:p>
      </dgm:t>
    </dgm:pt>
    <dgm:pt modelId="{1160D175-7EDA-463E-AC8A-76080F2C608A}" type="parTrans" cxnId="{36BF986E-7501-4E04-A347-6B6185BCBF85}">
      <dgm:prSet/>
      <dgm:spPr/>
      <dgm:t>
        <a:bodyPr/>
        <a:lstStyle/>
        <a:p>
          <a:endParaRPr lang="en-US"/>
        </a:p>
      </dgm:t>
    </dgm:pt>
    <dgm:pt modelId="{D68C4FC8-DBC1-4F3B-ACCD-87C6076F6FED}" type="sibTrans" cxnId="{36BF986E-7501-4E04-A347-6B6185BCBF8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702FEE7-0D7C-4E45-92A0-7797E9CF907B}">
      <dgm:prSet/>
      <dgm:spPr/>
      <dgm:t>
        <a:bodyPr/>
        <a:lstStyle/>
        <a:p>
          <a:r>
            <a:rPr lang="en-US"/>
            <a:t>Target inference time &lt; 50 ms for responsive alerts</a:t>
          </a:r>
        </a:p>
      </dgm:t>
    </dgm:pt>
    <dgm:pt modelId="{86546798-DF94-422C-9D59-42B2BA6933B7}" type="parTrans" cxnId="{19093E79-7BD7-4CE9-9C23-B3B90C89BF7D}">
      <dgm:prSet/>
      <dgm:spPr/>
      <dgm:t>
        <a:bodyPr/>
        <a:lstStyle/>
        <a:p>
          <a:endParaRPr lang="en-US"/>
        </a:p>
      </dgm:t>
    </dgm:pt>
    <dgm:pt modelId="{A131DABD-7DF8-4759-B708-7F391D40094F}" type="sibTrans" cxnId="{19093E79-7BD7-4CE9-9C23-B3B90C89BF7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8C73039-5F02-48B6-982B-682F223A7CCF}" type="pres">
      <dgm:prSet presAssocID="{6CBE126C-87C0-46DD-AF00-A35E26F7BE59}" presName="Name0" presStyleCnt="0">
        <dgm:presLayoutVars>
          <dgm:animLvl val="lvl"/>
          <dgm:resizeHandles val="exact"/>
        </dgm:presLayoutVars>
      </dgm:prSet>
      <dgm:spPr/>
    </dgm:pt>
    <dgm:pt modelId="{6909601F-7986-4591-88DD-834AE6E4FC0B}" type="pres">
      <dgm:prSet presAssocID="{10D23B90-A001-45A4-9B9B-11CE7037A671}" presName="compositeNode" presStyleCnt="0">
        <dgm:presLayoutVars>
          <dgm:bulletEnabled val="1"/>
        </dgm:presLayoutVars>
      </dgm:prSet>
      <dgm:spPr/>
    </dgm:pt>
    <dgm:pt modelId="{87ACF392-34AA-4059-99A4-9C1A15214D70}" type="pres">
      <dgm:prSet presAssocID="{10D23B90-A001-45A4-9B9B-11CE7037A671}" presName="bgRect" presStyleLbl="bgAccFollowNode1" presStyleIdx="0" presStyleCnt="3"/>
      <dgm:spPr/>
    </dgm:pt>
    <dgm:pt modelId="{2C9106EF-9A8F-464B-9F27-128944228CE2}" type="pres">
      <dgm:prSet presAssocID="{97D066D6-3E26-4D49-AD9D-EC49D3A2832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3E519A73-6ED3-4C56-93DC-237B28BC3C56}" type="pres">
      <dgm:prSet presAssocID="{10D23B90-A001-45A4-9B9B-11CE7037A671}" presName="bottomLine" presStyleLbl="alignNode1" presStyleIdx="1" presStyleCnt="6">
        <dgm:presLayoutVars/>
      </dgm:prSet>
      <dgm:spPr/>
    </dgm:pt>
    <dgm:pt modelId="{2AEDD9DB-D09F-40DB-A362-8223DD7A24E4}" type="pres">
      <dgm:prSet presAssocID="{10D23B90-A001-45A4-9B9B-11CE7037A671}" presName="nodeText" presStyleLbl="bgAccFollowNode1" presStyleIdx="0" presStyleCnt="3">
        <dgm:presLayoutVars>
          <dgm:bulletEnabled val="1"/>
        </dgm:presLayoutVars>
      </dgm:prSet>
      <dgm:spPr/>
    </dgm:pt>
    <dgm:pt modelId="{3BB75B70-7841-4C75-B164-6E179A726F26}" type="pres">
      <dgm:prSet presAssocID="{97D066D6-3E26-4D49-AD9D-EC49D3A2832B}" presName="sibTrans" presStyleCnt="0"/>
      <dgm:spPr/>
    </dgm:pt>
    <dgm:pt modelId="{13D45C10-44F6-4B75-9C3F-5D2B2F9AAB5E}" type="pres">
      <dgm:prSet presAssocID="{2026C4A0-1BAE-401E-9D3E-055B78F742F2}" presName="compositeNode" presStyleCnt="0">
        <dgm:presLayoutVars>
          <dgm:bulletEnabled val="1"/>
        </dgm:presLayoutVars>
      </dgm:prSet>
      <dgm:spPr/>
    </dgm:pt>
    <dgm:pt modelId="{7C1CA05F-FF29-49EA-B655-EB0D54812E67}" type="pres">
      <dgm:prSet presAssocID="{2026C4A0-1BAE-401E-9D3E-055B78F742F2}" presName="bgRect" presStyleLbl="bgAccFollowNode1" presStyleIdx="1" presStyleCnt="3"/>
      <dgm:spPr/>
    </dgm:pt>
    <dgm:pt modelId="{8A8466C3-75F2-4FAD-86CB-886738727483}" type="pres">
      <dgm:prSet presAssocID="{D68C4FC8-DBC1-4F3B-ACCD-87C6076F6FED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B572B30F-D16E-479E-A9BB-6DA7A652F87D}" type="pres">
      <dgm:prSet presAssocID="{2026C4A0-1BAE-401E-9D3E-055B78F742F2}" presName="bottomLine" presStyleLbl="alignNode1" presStyleIdx="3" presStyleCnt="6">
        <dgm:presLayoutVars/>
      </dgm:prSet>
      <dgm:spPr/>
    </dgm:pt>
    <dgm:pt modelId="{E88C6BAC-D0A0-47C7-983F-EB99A624D00A}" type="pres">
      <dgm:prSet presAssocID="{2026C4A0-1BAE-401E-9D3E-055B78F742F2}" presName="nodeText" presStyleLbl="bgAccFollowNode1" presStyleIdx="1" presStyleCnt="3">
        <dgm:presLayoutVars>
          <dgm:bulletEnabled val="1"/>
        </dgm:presLayoutVars>
      </dgm:prSet>
      <dgm:spPr/>
    </dgm:pt>
    <dgm:pt modelId="{3E8E2132-DF20-4641-8EA7-6DF950E12B29}" type="pres">
      <dgm:prSet presAssocID="{D68C4FC8-DBC1-4F3B-ACCD-87C6076F6FED}" presName="sibTrans" presStyleCnt="0"/>
      <dgm:spPr/>
    </dgm:pt>
    <dgm:pt modelId="{0F180B7C-AE5C-489F-A81D-781A13FF7E42}" type="pres">
      <dgm:prSet presAssocID="{5702FEE7-0D7C-4E45-92A0-7797E9CF907B}" presName="compositeNode" presStyleCnt="0">
        <dgm:presLayoutVars>
          <dgm:bulletEnabled val="1"/>
        </dgm:presLayoutVars>
      </dgm:prSet>
      <dgm:spPr/>
    </dgm:pt>
    <dgm:pt modelId="{A613FD1A-0C4C-430C-80EE-3FF3D8B38E02}" type="pres">
      <dgm:prSet presAssocID="{5702FEE7-0D7C-4E45-92A0-7797E9CF907B}" presName="bgRect" presStyleLbl="bgAccFollowNode1" presStyleIdx="2" presStyleCnt="3"/>
      <dgm:spPr/>
    </dgm:pt>
    <dgm:pt modelId="{CB5BD628-4394-44F0-84C5-21861201E593}" type="pres">
      <dgm:prSet presAssocID="{A131DABD-7DF8-4759-B708-7F391D40094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5F0F40D-7E8B-4D7D-9346-7F28990FE2A6}" type="pres">
      <dgm:prSet presAssocID="{5702FEE7-0D7C-4E45-92A0-7797E9CF907B}" presName="bottomLine" presStyleLbl="alignNode1" presStyleIdx="5" presStyleCnt="6">
        <dgm:presLayoutVars/>
      </dgm:prSet>
      <dgm:spPr/>
    </dgm:pt>
    <dgm:pt modelId="{316928C7-E8F7-4025-A86E-4CC6CAFFF263}" type="pres">
      <dgm:prSet presAssocID="{5702FEE7-0D7C-4E45-92A0-7797E9CF907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8BF00E18-5790-44D6-87E4-8DDB483D2DE3}" type="presOf" srcId="{5702FEE7-0D7C-4E45-92A0-7797E9CF907B}" destId="{A613FD1A-0C4C-430C-80EE-3FF3D8B38E02}" srcOrd="0" destOrd="0" presId="urn:microsoft.com/office/officeart/2016/7/layout/BasicLinearProcessNumbered"/>
    <dgm:cxn modelId="{6D8AEC22-FDBF-493F-B077-53D61C2C2A48}" srcId="{6CBE126C-87C0-46DD-AF00-A35E26F7BE59}" destId="{10D23B90-A001-45A4-9B9B-11CE7037A671}" srcOrd="0" destOrd="0" parTransId="{22A3A798-0351-40A5-BA61-4C5491D6DA25}" sibTransId="{97D066D6-3E26-4D49-AD9D-EC49D3A2832B}"/>
    <dgm:cxn modelId="{DD49C748-74E7-4E05-AA61-52E693E2F58B}" type="presOf" srcId="{10D23B90-A001-45A4-9B9B-11CE7037A671}" destId="{87ACF392-34AA-4059-99A4-9C1A15214D70}" srcOrd="0" destOrd="0" presId="urn:microsoft.com/office/officeart/2016/7/layout/BasicLinearProcessNumbered"/>
    <dgm:cxn modelId="{2F17424D-44E9-493F-9603-852936D2E28B}" type="presOf" srcId="{97D066D6-3E26-4D49-AD9D-EC49D3A2832B}" destId="{2C9106EF-9A8F-464B-9F27-128944228CE2}" srcOrd="0" destOrd="0" presId="urn:microsoft.com/office/officeart/2016/7/layout/BasicLinearProcessNumbered"/>
    <dgm:cxn modelId="{36BF986E-7501-4E04-A347-6B6185BCBF85}" srcId="{6CBE126C-87C0-46DD-AF00-A35E26F7BE59}" destId="{2026C4A0-1BAE-401E-9D3E-055B78F742F2}" srcOrd="1" destOrd="0" parTransId="{1160D175-7EDA-463E-AC8A-76080F2C608A}" sibTransId="{D68C4FC8-DBC1-4F3B-ACCD-87C6076F6FED}"/>
    <dgm:cxn modelId="{148C5274-C9EC-4360-898B-A3D3935A717D}" type="presOf" srcId="{D68C4FC8-DBC1-4F3B-ACCD-87C6076F6FED}" destId="{8A8466C3-75F2-4FAD-86CB-886738727483}" srcOrd="0" destOrd="0" presId="urn:microsoft.com/office/officeart/2016/7/layout/BasicLinearProcessNumbered"/>
    <dgm:cxn modelId="{19093E79-7BD7-4CE9-9C23-B3B90C89BF7D}" srcId="{6CBE126C-87C0-46DD-AF00-A35E26F7BE59}" destId="{5702FEE7-0D7C-4E45-92A0-7797E9CF907B}" srcOrd="2" destOrd="0" parTransId="{86546798-DF94-422C-9D59-42B2BA6933B7}" sibTransId="{A131DABD-7DF8-4759-B708-7F391D40094F}"/>
    <dgm:cxn modelId="{79CC5EA0-DEB6-43CC-88D2-28F8F178ED3D}" type="presOf" srcId="{2026C4A0-1BAE-401E-9D3E-055B78F742F2}" destId="{7C1CA05F-FF29-49EA-B655-EB0D54812E67}" srcOrd="0" destOrd="0" presId="urn:microsoft.com/office/officeart/2016/7/layout/BasicLinearProcessNumbered"/>
    <dgm:cxn modelId="{5876F3A4-5A07-4E08-A3D1-D070821C2D92}" type="presOf" srcId="{2026C4A0-1BAE-401E-9D3E-055B78F742F2}" destId="{E88C6BAC-D0A0-47C7-983F-EB99A624D00A}" srcOrd="1" destOrd="0" presId="urn:microsoft.com/office/officeart/2016/7/layout/BasicLinearProcessNumbered"/>
    <dgm:cxn modelId="{723EB9A6-E0F4-4B46-A43F-E336C92A19F4}" type="presOf" srcId="{10D23B90-A001-45A4-9B9B-11CE7037A671}" destId="{2AEDD9DB-D09F-40DB-A362-8223DD7A24E4}" srcOrd="1" destOrd="0" presId="urn:microsoft.com/office/officeart/2016/7/layout/BasicLinearProcessNumbered"/>
    <dgm:cxn modelId="{3A19CDCB-E3D8-49C8-8D6B-A7784A555F75}" type="presOf" srcId="{6CBE126C-87C0-46DD-AF00-A35E26F7BE59}" destId="{E8C73039-5F02-48B6-982B-682F223A7CCF}" srcOrd="0" destOrd="0" presId="urn:microsoft.com/office/officeart/2016/7/layout/BasicLinearProcessNumbered"/>
    <dgm:cxn modelId="{124B26D3-B807-4790-8038-29B7FC3469FA}" type="presOf" srcId="{5702FEE7-0D7C-4E45-92A0-7797E9CF907B}" destId="{316928C7-E8F7-4025-A86E-4CC6CAFFF263}" srcOrd="1" destOrd="0" presId="urn:microsoft.com/office/officeart/2016/7/layout/BasicLinearProcessNumbered"/>
    <dgm:cxn modelId="{607879D6-D550-4BF5-BFFD-33E5AAC5CDE3}" type="presOf" srcId="{A131DABD-7DF8-4759-B708-7F391D40094F}" destId="{CB5BD628-4394-44F0-84C5-21861201E593}" srcOrd="0" destOrd="0" presId="urn:microsoft.com/office/officeart/2016/7/layout/BasicLinearProcessNumbered"/>
    <dgm:cxn modelId="{812CA884-0172-467C-9E25-53EA6943658C}" type="presParOf" srcId="{E8C73039-5F02-48B6-982B-682F223A7CCF}" destId="{6909601F-7986-4591-88DD-834AE6E4FC0B}" srcOrd="0" destOrd="0" presId="urn:microsoft.com/office/officeart/2016/7/layout/BasicLinearProcessNumbered"/>
    <dgm:cxn modelId="{AA16F65E-9141-447D-9708-15A71F31210E}" type="presParOf" srcId="{6909601F-7986-4591-88DD-834AE6E4FC0B}" destId="{87ACF392-34AA-4059-99A4-9C1A15214D70}" srcOrd="0" destOrd="0" presId="urn:microsoft.com/office/officeart/2016/7/layout/BasicLinearProcessNumbered"/>
    <dgm:cxn modelId="{36646742-2EE6-4325-A816-3E3F1F2A112F}" type="presParOf" srcId="{6909601F-7986-4591-88DD-834AE6E4FC0B}" destId="{2C9106EF-9A8F-464B-9F27-128944228CE2}" srcOrd="1" destOrd="0" presId="urn:microsoft.com/office/officeart/2016/7/layout/BasicLinearProcessNumbered"/>
    <dgm:cxn modelId="{31CAD712-DD57-4D5F-863C-B51DE3355C49}" type="presParOf" srcId="{6909601F-7986-4591-88DD-834AE6E4FC0B}" destId="{3E519A73-6ED3-4C56-93DC-237B28BC3C56}" srcOrd="2" destOrd="0" presId="urn:microsoft.com/office/officeart/2016/7/layout/BasicLinearProcessNumbered"/>
    <dgm:cxn modelId="{4FE7A671-4D7C-471F-8347-58B9BDABAB2B}" type="presParOf" srcId="{6909601F-7986-4591-88DD-834AE6E4FC0B}" destId="{2AEDD9DB-D09F-40DB-A362-8223DD7A24E4}" srcOrd="3" destOrd="0" presId="urn:microsoft.com/office/officeart/2016/7/layout/BasicLinearProcessNumbered"/>
    <dgm:cxn modelId="{BE30C52E-C5CC-4A7C-AE6E-940D761B28A0}" type="presParOf" srcId="{E8C73039-5F02-48B6-982B-682F223A7CCF}" destId="{3BB75B70-7841-4C75-B164-6E179A726F26}" srcOrd="1" destOrd="0" presId="urn:microsoft.com/office/officeart/2016/7/layout/BasicLinearProcessNumbered"/>
    <dgm:cxn modelId="{AC57CB9F-0E11-4120-B0EE-01F20C4200E2}" type="presParOf" srcId="{E8C73039-5F02-48B6-982B-682F223A7CCF}" destId="{13D45C10-44F6-4B75-9C3F-5D2B2F9AAB5E}" srcOrd="2" destOrd="0" presId="urn:microsoft.com/office/officeart/2016/7/layout/BasicLinearProcessNumbered"/>
    <dgm:cxn modelId="{F821ECE5-C64F-4256-A1BB-17E90D4F7364}" type="presParOf" srcId="{13D45C10-44F6-4B75-9C3F-5D2B2F9AAB5E}" destId="{7C1CA05F-FF29-49EA-B655-EB0D54812E67}" srcOrd="0" destOrd="0" presId="urn:microsoft.com/office/officeart/2016/7/layout/BasicLinearProcessNumbered"/>
    <dgm:cxn modelId="{2E944D25-8831-4BB6-B01D-09962885CCAB}" type="presParOf" srcId="{13D45C10-44F6-4B75-9C3F-5D2B2F9AAB5E}" destId="{8A8466C3-75F2-4FAD-86CB-886738727483}" srcOrd="1" destOrd="0" presId="urn:microsoft.com/office/officeart/2016/7/layout/BasicLinearProcessNumbered"/>
    <dgm:cxn modelId="{24BA5825-36E5-472F-9C80-5FBFCF8EB665}" type="presParOf" srcId="{13D45C10-44F6-4B75-9C3F-5D2B2F9AAB5E}" destId="{B572B30F-D16E-479E-A9BB-6DA7A652F87D}" srcOrd="2" destOrd="0" presId="urn:microsoft.com/office/officeart/2016/7/layout/BasicLinearProcessNumbered"/>
    <dgm:cxn modelId="{EAFFF117-1C8F-4E3F-A700-760398AB2FF1}" type="presParOf" srcId="{13D45C10-44F6-4B75-9C3F-5D2B2F9AAB5E}" destId="{E88C6BAC-D0A0-47C7-983F-EB99A624D00A}" srcOrd="3" destOrd="0" presId="urn:microsoft.com/office/officeart/2016/7/layout/BasicLinearProcessNumbered"/>
    <dgm:cxn modelId="{6C98662B-7CB4-4FB9-9D7F-D6D467AB394C}" type="presParOf" srcId="{E8C73039-5F02-48B6-982B-682F223A7CCF}" destId="{3E8E2132-DF20-4641-8EA7-6DF950E12B29}" srcOrd="3" destOrd="0" presId="urn:microsoft.com/office/officeart/2016/7/layout/BasicLinearProcessNumbered"/>
    <dgm:cxn modelId="{C7F2FEF8-2CE7-457B-98D1-0CA48BCE1B22}" type="presParOf" srcId="{E8C73039-5F02-48B6-982B-682F223A7CCF}" destId="{0F180B7C-AE5C-489F-A81D-781A13FF7E42}" srcOrd="4" destOrd="0" presId="urn:microsoft.com/office/officeart/2016/7/layout/BasicLinearProcessNumbered"/>
    <dgm:cxn modelId="{9FFC0040-1015-4028-AD7F-9FA31044655C}" type="presParOf" srcId="{0F180B7C-AE5C-489F-A81D-781A13FF7E42}" destId="{A613FD1A-0C4C-430C-80EE-3FF3D8B38E02}" srcOrd="0" destOrd="0" presId="urn:microsoft.com/office/officeart/2016/7/layout/BasicLinearProcessNumbered"/>
    <dgm:cxn modelId="{B32421A2-CAA7-4345-8A91-EB8ACA91FEEC}" type="presParOf" srcId="{0F180B7C-AE5C-489F-A81D-781A13FF7E42}" destId="{CB5BD628-4394-44F0-84C5-21861201E593}" srcOrd="1" destOrd="0" presId="urn:microsoft.com/office/officeart/2016/7/layout/BasicLinearProcessNumbered"/>
    <dgm:cxn modelId="{A67F3AA4-157F-4AA8-8CBF-3ED80FEDB087}" type="presParOf" srcId="{0F180B7C-AE5C-489F-A81D-781A13FF7E42}" destId="{B5F0F40D-7E8B-4D7D-9346-7F28990FE2A6}" srcOrd="2" destOrd="0" presId="urn:microsoft.com/office/officeart/2016/7/layout/BasicLinearProcessNumbered"/>
    <dgm:cxn modelId="{F1881009-7D47-4F66-B9CC-A3D0F7FF34BE}" type="presParOf" srcId="{0F180B7C-AE5C-489F-A81D-781A13FF7E42}" destId="{316928C7-E8F7-4025-A86E-4CC6CAFFF26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7E709A-7E3A-483B-8746-56F2C71E686C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D9BDDC-8B84-4A0C-9968-570A9B3FFCB2}">
      <dgm:prSet/>
      <dgm:spPr/>
      <dgm:t>
        <a:bodyPr/>
        <a:lstStyle/>
        <a:p>
          <a:r>
            <a:rPr lang="en-IN" b="1"/>
            <a:t>✅ 1. Problem Definition &amp; Objectives</a:t>
          </a:r>
          <a:endParaRPr lang="en-US"/>
        </a:p>
      </dgm:t>
    </dgm:pt>
    <dgm:pt modelId="{18E888F0-0F8A-4CF2-88A0-DBC6CDC23E44}" type="parTrans" cxnId="{F23EFF7B-E6E3-46F7-963E-45951E370674}">
      <dgm:prSet/>
      <dgm:spPr/>
      <dgm:t>
        <a:bodyPr/>
        <a:lstStyle/>
        <a:p>
          <a:endParaRPr lang="en-US"/>
        </a:p>
      </dgm:t>
    </dgm:pt>
    <dgm:pt modelId="{89B46E33-958B-4A09-8B57-94E29AE990A7}" type="sibTrans" cxnId="{F23EFF7B-E6E3-46F7-963E-45951E370674}">
      <dgm:prSet/>
      <dgm:spPr/>
      <dgm:t>
        <a:bodyPr/>
        <a:lstStyle/>
        <a:p>
          <a:endParaRPr lang="en-US"/>
        </a:p>
      </dgm:t>
    </dgm:pt>
    <dgm:pt modelId="{1A5182CA-28ED-4EBA-A421-D73B877E86A0}">
      <dgm:prSet/>
      <dgm:spPr/>
      <dgm:t>
        <a:bodyPr/>
        <a:lstStyle/>
        <a:p>
          <a:r>
            <a:rPr lang="en-IN"/>
            <a:t>Clearly stated problem statement</a:t>
          </a:r>
          <a:endParaRPr lang="en-US"/>
        </a:p>
      </dgm:t>
    </dgm:pt>
    <dgm:pt modelId="{54D378B1-D311-445D-B7FB-2D3F0DDB814C}" type="parTrans" cxnId="{9385C65C-0AEA-46B5-8945-7EB1F772F505}">
      <dgm:prSet/>
      <dgm:spPr/>
      <dgm:t>
        <a:bodyPr/>
        <a:lstStyle/>
        <a:p>
          <a:endParaRPr lang="en-US"/>
        </a:p>
      </dgm:t>
    </dgm:pt>
    <dgm:pt modelId="{9C34A7F3-F337-4071-9141-FC3DACF96EFE}" type="sibTrans" cxnId="{9385C65C-0AEA-46B5-8945-7EB1F772F505}">
      <dgm:prSet/>
      <dgm:spPr/>
      <dgm:t>
        <a:bodyPr/>
        <a:lstStyle/>
        <a:p>
          <a:endParaRPr lang="en-US"/>
        </a:p>
      </dgm:t>
    </dgm:pt>
    <dgm:pt modelId="{F3FBB3FA-18A7-4A57-A826-540C1CC81FF9}">
      <dgm:prSet/>
      <dgm:spPr/>
      <dgm:t>
        <a:bodyPr/>
        <a:lstStyle/>
        <a:p>
          <a:r>
            <a:rPr lang="en-IN"/>
            <a:t>Defined project scope and model goals</a:t>
          </a:r>
          <a:endParaRPr lang="en-US"/>
        </a:p>
      </dgm:t>
    </dgm:pt>
    <dgm:pt modelId="{2463A6C1-3485-402E-8982-BA5ADE54F65C}" type="parTrans" cxnId="{B3CD6D9C-2CCF-42B8-9C34-3EECFF7883CF}">
      <dgm:prSet/>
      <dgm:spPr/>
      <dgm:t>
        <a:bodyPr/>
        <a:lstStyle/>
        <a:p>
          <a:endParaRPr lang="en-US"/>
        </a:p>
      </dgm:t>
    </dgm:pt>
    <dgm:pt modelId="{040992F7-7069-4958-8D85-9201F24E9C80}" type="sibTrans" cxnId="{B3CD6D9C-2CCF-42B8-9C34-3EECFF7883CF}">
      <dgm:prSet/>
      <dgm:spPr/>
      <dgm:t>
        <a:bodyPr/>
        <a:lstStyle/>
        <a:p>
          <a:endParaRPr lang="en-US"/>
        </a:p>
      </dgm:t>
    </dgm:pt>
    <dgm:pt modelId="{100DD789-0994-4070-86C7-6399D44E437F}">
      <dgm:prSet/>
      <dgm:spPr/>
      <dgm:t>
        <a:bodyPr/>
        <a:lstStyle/>
        <a:p>
          <a:r>
            <a:rPr lang="en-IN"/>
            <a:t>Identified target users and application domain</a:t>
          </a:r>
          <a:endParaRPr lang="en-US"/>
        </a:p>
      </dgm:t>
    </dgm:pt>
    <dgm:pt modelId="{ED92E8D4-64A0-4E9C-87F2-0C12EE518DE9}" type="parTrans" cxnId="{E3064EC6-0FAA-42EA-A292-A3733BE34E66}">
      <dgm:prSet/>
      <dgm:spPr/>
      <dgm:t>
        <a:bodyPr/>
        <a:lstStyle/>
        <a:p>
          <a:endParaRPr lang="en-US"/>
        </a:p>
      </dgm:t>
    </dgm:pt>
    <dgm:pt modelId="{4AEC538A-E633-4DEA-AB25-6A86F61B1D99}" type="sibTrans" cxnId="{E3064EC6-0FAA-42EA-A292-A3733BE34E66}">
      <dgm:prSet/>
      <dgm:spPr/>
      <dgm:t>
        <a:bodyPr/>
        <a:lstStyle/>
        <a:p>
          <a:endParaRPr lang="en-US"/>
        </a:p>
      </dgm:t>
    </dgm:pt>
    <dgm:pt modelId="{37D61EFA-9363-4332-BCD0-C4641A132F29}">
      <dgm:prSet/>
      <dgm:spPr/>
      <dgm:t>
        <a:bodyPr/>
        <a:lstStyle/>
        <a:p>
          <a:r>
            <a:rPr lang="en-IN" b="1"/>
            <a:t>✅ 2. Literature Review / Background Study</a:t>
          </a:r>
          <a:endParaRPr lang="en-US"/>
        </a:p>
      </dgm:t>
    </dgm:pt>
    <dgm:pt modelId="{2AF2B1AC-CE52-4C3A-96B1-40DA2AD15852}" type="parTrans" cxnId="{04AA737C-50F9-4657-ACAF-D3BF932AAEED}">
      <dgm:prSet/>
      <dgm:spPr/>
      <dgm:t>
        <a:bodyPr/>
        <a:lstStyle/>
        <a:p>
          <a:endParaRPr lang="en-US"/>
        </a:p>
      </dgm:t>
    </dgm:pt>
    <dgm:pt modelId="{DE844029-79BA-4382-B0C9-15A9535950CA}" type="sibTrans" cxnId="{04AA737C-50F9-4657-ACAF-D3BF932AAEED}">
      <dgm:prSet/>
      <dgm:spPr/>
      <dgm:t>
        <a:bodyPr/>
        <a:lstStyle/>
        <a:p>
          <a:endParaRPr lang="en-US"/>
        </a:p>
      </dgm:t>
    </dgm:pt>
    <dgm:pt modelId="{FE229851-6824-4ACD-97AB-D6D0170D3D96}">
      <dgm:prSet/>
      <dgm:spPr/>
      <dgm:t>
        <a:bodyPr/>
        <a:lstStyle/>
        <a:p>
          <a:r>
            <a:rPr lang="en-IN"/>
            <a:t>Survey of existing solutions or similar models</a:t>
          </a:r>
          <a:endParaRPr lang="en-US"/>
        </a:p>
      </dgm:t>
    </dgm:pt>
    <dgm:pt modelId="{0279840E-9456-4873-B878-F052E031DA2B}" type="parTrans" cxnId="{9A784BFE-6DFF-4415-9332-AEF7B46859CB}">
      <dgm:prSet/>
      <dgm:spPr/>
      <dgm:t>
        <a:bodyPr/>
        <a:lstStyle/>
        <a:p>
          <a:endParaRPr lang="en-US"/>
        </a:p>
      </dgm:t>
    </dgm:pt>
    <dgm:pt modelId="{B3DFABA6-9316-4B1B-87AF-9A3AE01DF931}" type="sibTrans" cxnId="{9A784BFE-6DFF-4415-9332-AEF7B46859CB}">
      <dgm:prSet/>
      <dgm:spPr/>
      <dgm:t>
        <a:bodyPr/>
        <a:lstStyle/>
        <a:p>
          <a:endParaRPr lang="en-US"/>
        </a:p>
      </dgm:t>
    </dgm:pt>
    <dgm:pt modelId="{FA8B32B2-8145-4DA3-866D-C9B1D2F6A317}">
      <dgm:prSet/>
      <dgm:spPr/>
      <dgm:t>
        <a:bodyPr/>
        <a:lstStyle/>
        <a:p>
          <a:r>
            <a:rPr lang="en-IN"/>
            <a:t>Documentation of gaps and motivation for the proposed model</a:t>
          </a:r>
          <a:endParaRPr lang="en-US"/>
        </a:p>
      </dgm:t>
    </dgm:pt>
    <dgm:pt modelId="{958CB61F-2132-48F8-9912-30F5845A9884}" type="parTrans" cxnId="{9332098D-3B03-448D-B2EC-109A6C87DB60}">
      <dgm:prSet/>
      <dgm:spPr/>
      <dgm:t>
        <a:bodyPr/>
        <a:lstStyle/>
        <a:p>
          <a:endParaRPr lang="en-US"/>
        </a:p>
      </dgm:t>
    </dgm:pt>
    <dgm:pt modelId="{8A13CB46-F485-4987-A657-C7057A3B3106}" type="sibTrans" cxnId="{9332098D-3B03-448D-B2EC-109A6C87DB60}">
      <dgm:prSet/>
      <dgm:spPr/>
      <dgm:t>
        <a:bodyPr/>
        <a:lstStyle/>
        <a:p>
          <a:endParaRPr lang="en-US"/>
        </a:p>
      </dgm:t>
    </dgm:pt>
    <dgm:pt modelId="{1EF1DB51-8084-4AB0-9D80-400D65B550CF}">
      <dgm:prSet/>
      <dgm:spPr/>
      <dgm:t>
        <a:bodyPr/>
        <a:lstStyle/>
        <a:p>
          <a:r>
            <a:rPr lang="en-IN"/>
            <a:t>References to frameworks, papers, or datasets</a:t>
          </a:r>
          <a:endParaRPr lang="en-US"/>
        </a:p>
      </dgm:t>
    </dgm:pt>
    <dgm:pt modelId="{8ED08E68-084D-49A3-AA3C-D96F751C8ADD}" type="parTrans" cxnId="{1ACB922E-1C9E-4931-A20D-A8940D464F45}">
      <dgm:prSet/>
      <dgm:spPr/>
      <dgm:t>
        <a:bodyPr/>
        <a:lstStyle/>
        <a:p>
          <a:endParaRPr lang="en-US"/>
        </a:p>
      </dgm:t>
    </dgm:pt>
    <dgm:pt modelId="{161F4161-1629-4D3F-9308-8C2B148723E9}" type="sibTrans" cxnId="{1ACB922E-1C9E-4931-A20D-A8940D464F45}">
      <dgm:prSet/>
      <dgm:spPr/>
      <dgm:t>
        <a:bodyPr/>
        <a:lstStyle/>
        <a:p>
          <a:endParaRPr lang="en-US"/>
        </a:p>
      </dgm:t>
    </dgm:pt>
    <dgm:pt modelId="{41380423-493E-4F8E-9247-BECB4E8B0797}">
      <dgm:prSet/>
      <dgm:spPr/>
      <dgm:t>
        <a:bodyPr/>
        <a:lstStyle/>
        <a:p>
          <a:r>
            <a:rPr lang="en-IN" b="1"/>
            <a:t>✅ 3. Dataset Collection &amp; Preparation</a:t>
          </a:r>
          <a:endParaRPr lang="en-US"/>
        </a:p>
      </dgm:t>
    </dgm:pt>
    <dgm:pt modelId="{1C819DD4-A57B-4339-BE41-AA7D6139425F}" type="parTrans" cxnId="{7D082383-82A1-46DB-9DE7-5F4E9909C8A1}">
      <dgm:prSet/>
      <dgm:spPr/>
      <dgm:t>
        <a:bodyPr/>
        <a:lstStyle/>
        <a:p>
          <a:endParaRPr lang="en-US"/>
        </a:p>
      </dgm:t>
    </dgm:pt>
    <dgm:pt modelId="{A8E9FFA2-591E-4B82-915B-489DE8179334}" type="sibTrans" cxnId="{7D082383-82A1-46DB-9DE7-5F4E9909C8A1}">
      <dgm:prSet/>
      <dgm:spPr/>
      <dgm:t>
        <a:bodyPr/>
        <a:lstStyle/>
        <a:p>
          <a:endParaRPr lang="en-US"/>
        </a:p>
      </dgm:t>
    </dgm:pt>
    <dgm:pt modelId="{7BE96C26-93B7-45EF-85DB-658FAB61EE2A}">
      <dgm:prSet/>
      <dgm:spPr/>
      <dgm:t>
        <a:bodyPr/>
        <a:lstStyle/>
        <a:p>
          <a:r>
            <a:rPr lang="en-IN"/>
            <a:t>Dataset source description</a:t>
          </a:r>
          <a:endParaRPr lang="en-US"/>
        </a:p>
      </dgm:t>
    </dgm:pt>
    <dgm:pt modelId="{6E4AAAEB-6C9B-4023-86D1-D68AA09430FA}" type="parTrans" cxnId="{E04CD3D1-75B9-46FE-A6DE-66921CF944BE}">
      <dgm:prSet/>
      <dgm:spPr/>
      <dgm:t>
        <a:bodyPr/>
        <a:lstStyle/>
        <a:p>
          <a:endParaRPr lang="en-US"/>
        </a:p>
      </dgm:t>
    </dgm:pt>
    <dgm:pt modelId="{01870C87-EE47-440D-8166-EDECCB2AC3D7}" type="sibTrans" cxnId="{E04CD3D1-75B9-46FE-A6DE-66921CF944BE}">
      <dgm:prSet/>
      <dgm:spPr/>
      <dgm:t>
        <a:bodyPr/>
        <a:lstStyle/>
        <a:p>
          <a:endParaRPr lang="en-US"/>
        </a:p>
      </dgm:t>
    </dgm:pt>
    <dgm:pt modelId="{DEDA5AAD-E823-4335-9F86-55FE376EB7AF}">
      <dgm:prSet/>
      <dgm:spPr/>
      <dgm:t>
        <a:bodyPr/>
        <a:lstStyle/>
        <a:p>
          <a:r>
            <a:rPr lang="en-IN"/>
            <a:t>Data cleaning, labeling, and preprocessing steps</a:t>
          </a:r>
          <a:endParaRPr lang="en-US"/>
        </a:p>
      </dgm:t>
    </dgm:pt>
    <dgm:pt modelId="{278435D7-F4D3-4BD7-9DE5-030C572D771B}" type="parTrans" cxnId="{B0E2D9A5-B2AE-4FDD-8581-D1CA80E86162}">
      <dgm:prSet/>
      <dgm:spPr/>
      <dgm:t>
        <a:bodyPr/>
        <a:lstStyle/>
        <a:p>
          <a:endParaRPr lang="en-US"/>
        </a:p>
      </dgm:t>
    </dgm:pt>
    <dgm:pt modelId="{02CE690D-07E7-430E-A6B6-B84C9F6BD432}" type="sibTrans" cxnId="{B0E2D9A5-B2AE-4FDD-8581-D1CA80E86162}">
      <dgm:prSet/>
      <dgm:spPr/>
      <dgm:t>
        <a:bodyPr/>
        <a:lstStyle/>
        <a:p>
          <a:endParaRPr lang="en-US"/>
        </a:p>
      </dgm:t>
    </dgm:pt>
    <dgm:pt modelId="{5AC4A25C-E122-4190-A6E8-5754CFD22229}">
      <dgm:prSet/>
      <dgm:spPr/>
      <dgm:t>
        <a:bodyPr/>
        <a:lstStyle/>
        <a:p>
          <a:r>
            <a:rPr lang="en-IN"/>
            <a:t>Train/validation/test split verification</a:t>
          </a:r>
          <a:endParaRPr lang="en-US"/>
        </a:p>
      </dgm:t>
    </dgm:pt>
    <dgm:pt modelId="{4E07BCFB-D624-46E6-B7C1-7FB8DA76A917}" type="parTrans" cxnId="{B8B828AB-5947-4F4A-941A-FABAD30C2374}">
      <dgm:prSet/>
      <dgm:spPr/>
      <dgm:t>
        <a:bodyPr/>
        <a:lstStyle/>
        <a:p>
          <a:endParaRPr lang="en-US"/>
        </a:p>
      </dgm:t>
    </dgm:pt>
    <dgm:pt modelId="{6B978783-0343-4230-92C2-C960A234AFCC}" type="sibTrans" cxnId="{B8B828AB-5947-4F4A-941A-FABAD30C2374}">
      <dgm:prSet/>
      <dgm:spPr/>
      <dgm:t>
        <a:bodyPr/>
        <a:lstStyle/>
        <a:p>
          <a:endParaRPr lang="en-US"/>
        </a:p>
      </dgm:t>
    </dgm:pt>
    <dgm:pt modelId="{EA696BCA-1062-441D-AEB0-C21DEDCE6D0E}">
      <dgm:prSet/>
      <dgm:spPr/>
      <dgm:t>
        <a:bodyPr/>
        <a:lstStyle/>
        <a:p>
          <a:r>
            <a:rPr lang="en-IN"/>
            <a:t>Data augmentation details (if applied)</a:t>
          </a:r>
          <a:endParaRPr lang="en-US"/>
        </a:p>
      </dgm:t>
    </dgm:pt>
    <dgm:pt modelId="{EB228BA1-8FF1-4B20-82B5-293777073A2C}" type="parTrans" cxnId="{7F0AC905-2C9E-426F-8085-230996347985}">
      <dgm:prSet/>
      <dgm:spPr/>
      <dgm:t>
        <a:bodyPr/>
        <a:lstStyle/>
        <a:p>
          <a:endParaRPr lang="en-US"/>
        </a:p>
      </dgm:t>
    </dgm:pt>
    <dgm:pt modelId="{6D59AC07-5468-4658-8FE9-96F881E3FA0F}" type="sibTrans" cxnId="{7F0AC905-2C9E-426F-8085-230996347985}">
      <dgm:prSet/>
      <dgm:spPr/>
      <dgm:t>
        <a:bodyPr/>
        <a:lstStyle/>
        <a:p>
          <a:endParaRPr lang="en-US"/>
        </a:p>
      </dgm:t>
    </dgm:pt>
    <dgm:pt modelId="{161AF414-9639-4006-A853-25FD9785AF8E}">
      <dgm:prSet/>
      <dgm:spPr/>
      <dgm:t>
        <a:bodyPr/>
        <a:lstStyle/>
        <a:p>
          <a:r>
            <a:rPr lang="en-IN" b="1"/>
            <a:t>✅ 4. Model Architecture</a:t>
          </a:r>
          <a:endParaRPr lang="en-US"/>
        </a:p>
      </dgm:t>
    </dgm:pt>
    <dgm:pt modelId="{21225403-0817-4F82-95DB-33C3BA2978A4}" type="parTrans" cxnId="{831B98EF-48F5-4E6B-A42C-231EC6C6735B}">
      <dgm:prSet/>
      <dgm:spPr/>
      <dgm:t>
        <a:bodyPr/>
        <a:lstStyle/>
        <a:p>
          <a:endParaRPr lang="en-US"/>
        </a:p>
      </dgm:t>
    </dgm:pt>
    <dgm:pt modelId="{7789F9A4-B6A8-44EE-AFA5-7F24FD7E5AD4}" type="sibTrans" cxnId="{831B98EF-48F5-4E6B-A42C-231EC6C6735B}">
      <dgm:prSet/>
      <dgm:spPr/>
      <dgm:t>
        <a:bodyPr/>
        <a:lstStyle/>
        <a:p>
          <a:endParaRPr lang="en-US"/>
        </a:p>
      </dgm:t>
    </dgm:pt>
    <dgm:pt modelId="{9A58E47C-E791-466E-A5C9-418ADE6C8A3A}">
      <dgm:prSet/>
      <dgm:spPr/>
      <dgm:t>
        <a:bodyPr/>
        <a:lstStyle/>
        <a:p>
          <a:r>
            <a:rPr lang="en-IN"/>
            <a:t>Clear diagram of model architecture</a:t>
          </a:r>
          <a:endParaRPr lang="en-US"/>
        </a:p>
      </dgm:t>
    </dgm:pt>
    <dgm:pt modelId="{294E587D-6682-45C5-8619-5FFCF67844D7}" type="parTrans" cxnId="{0F85076D-332B-4C34-893A-A8F17D392E7D}">
      <dgm:prSet/>
      <dgm:spPr/>
      <dgm:t>
        <a:bodyPr/>
        <a:lstStyle/>
        <a:p>
          <a:endParaRPr lang="en-US"/>
        </a:p>
      </dgm:t>
    </dgm:pt>
    <dgm:pt modelId="{137D49C5-3414-4B70-A9F9-97DD455F30BC}" type="sibTrans" cxnId="{0F85076D-332B-4C34-893A-A8F17D392E7D}">
      <dgm:prSet/>
      <dgm:spPr/>
      <dgm:t>
        <a:bodyPr/>
        <a:lstStyle/>
        <a:p>
          <a:endParaRPr lang="en-US"/>
        </a:p>
      </dgm:t>
    </dgm:pt>
    <dgm:pt modelId="{7637575D-9DDB-4866-91C1-61E9273E2DCF}">
      <dgm:prSet/>
      <dgm:spPr/>
      <dgm:t>
        <a:bodyPr/>
        <a:lstStyle/>
        <a:p>
          <a:r>
            <a:rPr lang="en-IN"/>
            <a:t>Explanation of layers, parameters, and design rationale</a:t>
          </a:r>
          <a:endParaRPr lang="en-US"/>
        </a:p>
      </dgm:t>
    </dgm:pt>
    <dgm:pt modelId="{8EF397BE-A9B9-48B0-ADCF-65BD474DC244}" type="parTrans" cxnId="{6298C130-2C5E-45B5-B7CF-08606E7A4E96}">
      <dgm:prSet/>
      <dgm:spPr/>
      <dgm:t>
        <a:bodyPr/>
        <a:lstStyle/>
        <a:p>
          <a:endParaRPr lang="en-US"/>
        </a:p>
      </dgm:t>
    </dgm:pt>
    <dgm:pt modelId="{632144E4-83C1-424F-A91B-916E04523BD7}" type="sibTrans" cxnId="{6298C130-2C5E-45B5-B7CF-08606E7A4E96}">
      <dgm:prSet/>
      <dgm:spPr/>
      <dgm:t>
        <a:bodyPr/>
        <a:lstStyle/>
        <a:p>
          <a:endParaRPr lang="en-US"/>
        </a:p>
      </dgm:t>
    </dgm:pt>
    <dgm:pt modelId="{BD7AF9A7-1346-4FA9-A840-29EA2D9A4D45}">
      <dgm:prSet/>
      <dgm:spPr/>
      <dgm:t>
        <a:bodyPr/>
        <a:lstStyle/>
        <a:p>
          <a:r>
            <a:rPr lang="en-IN"/>
            <a:t>Hyperparameter list (learning rate, batch size, epochs, optimizer, etc.)</a:t>
          </a:r>
          <a:endParaRPr lang="en-US"/>
        </a:p>
      </dgm:t>
    </dgm:pt>
    <dgm:pt modelId="{E70C260D-45C4-4CBF-8602-27C012563EB3}" type="parTrans" cxnId="{4E8B78D7-B972-4E86-B180-0569755C7116}">
      <dgm:prSet/>
      <dgm:spPr/>
      <dgm:t>
        <a:bodyPr/>
        <a:lstStyle/>
        <a:p>
          <a:endParaRPr lang="en-US"/>
        </a:p>
      </dgm:t>
    </dgm:pt>
    <dgm:pt modelId="{6153FD16-365A-4383-ABE9-D7E7A26EB7EE}" type="sibTrans" cxnId="{4E8B78D7-B972-4E86-B180-0569755C7116}">
      <dgm:prSet/>
      <dgm:spPr/>
      <dgm:t>
        <a:bodyPr/>
        <a:lstStyle/>
        <a:p>
          <a:endParaRPr lang="en-US"/>
        </a:p>
      </dgm:t>
    </dgm:pt>
    <dgm:pt modelId="{D5F83BB8-DC08-4539-9FCE-90E8FBA89CF3}">
      <dgm:prSet/>
      <dgm:spPr/>
      <dgm:t>
        <a:bodyPr/>
        <a:lstStyle/>
        <a:p>
          <a:r>
            <a:rPr lang="en-IN" b="1"/>
            <a:t>✅ 5. Training &amp; Experimentation</a:t>
          </a:r>
          <a:endParaRPr lang="en-US"/>
        </a:p>
      </dgm:t>
    </dgm:pt>
    <dgm:pt modelId="{DA0F852A-15E2-4FCD-A521-DD145CC5CE09}" type="parTrans" cxnId="{891324FF-9D44-4E5F-82D8-60D95439516A}">
      <dgm:prSet/>
      <dgm:spPr/>
      <dgm:t>
        <a:bodyPr/>
        <a:lstStyle/>
        <a:p>
          <a:endParaRPr lang="en-US"/>
        </a:p>
      </dgm:t>
    </dgm:pt>
    <dgm:pt modelId="{9EC76279-576F-4437-A42B-370325B783CE}" type="sibTrans" cxnId="{891324FF-9D44-4E5F-82D8-60D95439516A}">
      <dgm:prSet/>
      <dgm:spPr/>
      <dgm:t>
        <a:bodyPr/>
        <a:lstStyle/>
        <a:p>
          <a:endParaRPr lang="en-US"/>
        </a:p>
      </dgm:t>
    </dgm:pt>
    <dgm:pt modelId="{89EB391F-ACB9-4157-BEDB-C690EB5BD75D}">
      <dgm:prSet/>
      <dgm:spPr/>
      <dgm:t>
        <a:bodyPr/>
        <a:lstStyle/>
        <a:p>
          <a:r>
            <a:rPr lang="en-IN"/>
            <a:t>Training setup and environment configuration</a:t>
          </a:r>
          <a:endParaRPr lang="en-US"/>
        </a:p>
      </dgm:t>
    </dgm:pt>
    <dgm:pt modelId="{271E8E04-A1FA-46F0-AC7E-1D3F389C2590}" type="parTrans" cxnId="{90B040C5-5713-4B1A-BFC4-65CBE33B0C98}">
      <dgm:prSet/>
      <dgm:spPr/>
      <dgm:t>
        <a:bodyPr/>
        <a:lstStyle/>
        <a:p>
          <a:endParaRPr lang="en-US"/>
        </a:p>
      </dgm:t>
    </dgm:pt>
    <dgm:pt modelId="{F872D981-2091-46A7-A5BD-B0408D0D54A4}" type="sibTrans" cxnId="{90B040C5-5713-4B1A-BFC4-65CBE33B0C98}">
      <dgm:prSet/>
      <dgm:spPr/>
      <dgm:t>
        <a:bodyPr/>
        <a:lstStyle/>
        <a:p>
          <a:endParaRPr lang="en-US"/>
        </a:p>
      </dgm:t>
    </dgm:pt>
    <dgm:pt modelId="{96897837-5683-4999-BD88-AD71C33351EA}">
      <dgm:prSet/>
      <dgm:spPr/>
      <dgm:t>
        <a:bodyPr/>
        <a:lstStyle/>
        <a:p>
          <a:r>
            <a:rPr lang="en-IN"/>
            <a:t>Experiment log (iterations, hyperparameter trials, tuning notes)</a:t>
          </a:r>
          <a:endParaRPr lang="en-US"/>
        </a:p>
      </dgm:t>
    </dgm:pt>
    <dgm:pt modelId="{A3B86E07-0B32-4054-9236-5C0532293282}" type="parTrans" cxnId="{26343BDB-DF06-4BC2-A3F6-C521992D3904}">
      <dgm:prSet/>
      <dgm:spPr/>
      <dgm:t>
        <a:bodyPr/>
        <a:lstStyle/>
        <a:p>
          <a:endParaRPr lang="en-US"/>
        </a:p>
      </dgm:t>
    </dgm:pt>
    <dgm:pt modelId="{BB491ED4-6101-464C-B977-579074B37CA0}" type="sibTrans" cxnId="{26343BDB-DF06-4BC2-A3F6-C521992D3904}">
      <dgm:prSet/>
      <dgm:spPr/>
      <dgm:t>
        <a:bodyPr/>
        <a:lstStyle/>
        <a:p>
          <a:endParaRPr lang="en-US"/>
        </a:p>
      </dgm:t>
    </dgm:pt>
    <dgm:pt modelId="{43ACBB8F-2693-46BB-B622-264AF95BC304}">
      <dgm:prSet/>
      <dgm:spPr/>
      <dgm:t>
        <a:bodyPr/>
        <a:lstStyle/>
        <a:p>
          <a:r>
            <a:rPr lang="en-IN"/>
            <a:t>Loss/accuracy plots</a:t>
          </a:r>
          <a:endParaRPr lang="en-US"/>
        </a:p>
      </dgm:t>
    </dgm:pt>
    <dgm:pt modelId="{F16AE91C-3877-4738-A081-31DDA62E018A}" type="parTrans" cxnId="{8125EDF3-7387-4894-9AEF-1C08B92E6FDB}">
      <dgm:prSet/>
      <dgm:spPr/>
      <dgm:t>
        <a:bodyPr/>
        <a:lstStyle/>
        <a:p>
          <a:endParaRPr lang="en-US"/>
        </a:p>
      </dgm:t>
    </dgm:pt>
    <dgm:pt modelId="{C2B75509-C56E-430B-B446-0B43E0A171E2}" type="sibTrans" cxnId="{8125EDF3-7387-4894-9AEF-1C08B92E6FDB}">
      <dgm:prSet/>
      <dgm:spPr/>
      <dgm:t>
        <a:bodyPr/>
        <a:lstStyle/>
        <a:p>
          <a:endParaRPr lang="en-US"/>
        </a:p>
      </dgm:t>
    </dgm:pt>
    <dgm:pt modelId="{467A87A4-2D25-49F9-B5DA-540E31308444}">
      <dgm:prSet/>
      <dgm:spPr/>
      <dgm:t>
        <a:bodyPr/>
        <a:lstStyle/>
        <a:p>
          <a:r>
            <a:rPr lang="en-IN"/>
            <a:t>Overfitting/underfitting analysis</a:t>
          </a:r>
          <a:endParaRPr lang="en-US"/>
        </a:p>
      </dgm:t>
    </dgm:pt>
    <dgm:pt modelId="{23309BE1-100C-4A21-A43C-9BDF1AA4A14E}" type="parTrans" cxnId="{29B62A68-EE17-4237-A03D-36E19AF8F8FC}">
      <dgm:prSet/>
      <dgm:spPr/>
      <dgm:t>
        <a:bodyPr/>
        <a:lstStyle/>
        <a:p>
          <a:endParaRPr lang="en-US"/>
        </a:p>
      </dgm:t>
    </dgm:pt>
    <dgm:pt modelId="{EB9422CA-7576-4473-8C7C-C38CC49ED48D}" type="sibTrans" cxnId="{29B62A68-EE17-4237-A03D-36E19AF8F8FC}">
      <dgm:prSet/>
      <dgm:spPr/>
      <dgm:t>
        <a:bodyPr/>
        <a:lstStyle/>
        <a:p>
          <a:endParaRPr lang="en-US"/>
        </a:p>
      </dgm:t>
    </dgm:pt>
    <dgm:pt modelId="{0373F3A6-165A-437A-8A01-BA819DBB311A}">
      <dgm:prSet/>
      <dgm:spPr/>
      <dgm:t>
        <a:bodyPr/>
        <a:lstStyle/>
        <a:p>
          <a:r>
            <a:rPr lang="en-IN" b="1"/>
            <a:t>✅ 6. Evaluation Metrics</a:t>
          </a:r>
          <a:endParaRPr lang="en-US"/>
        </a:p>
      </dgm:t>
    </dgm:pt>
    <dgm:pt modelId="{0EF91A41-2C76-45BB-9220-31A1944A0924}" type="parTrans" cxnId="{09025282-E0C3-4DE9-A6BB-A5426C12254E}">
      <dgm:prSet/>
      <dgm:spPr/>
      <dgm:t>
        <a:bodyPr/>
        <a:lstStyle/>
        <a:p>
          <a:endParaRPr lang="en-US"/>
        </a:p>
      </dgm:t>
    </dgm:pt>
    <dgm:pt modelId="{563A8E40-8CF4-4315-BE76-EEDAF28D2971}" type="sibTrans" cxnId="{09025282-E0C3-4DE9-A6BB-A5426C12254E}">
      <dgm:prSet/>
      <dgm:spPr/>
      <dgm:t>
        <a:bodyPr/>
        <a:lstStyle/>
        <a:p>
          <a:endParaRPr lang="en-US"/>
        </a:p>
      </dgm:t>
    </dgm:pt>
    <dgm:pt modelId="{CB4F6B04-C9B2-4911-AED4-BB261BE63E94}">
      <dgm:prSet/>
      <dgm:spPr/>
      <dgm:t>
        <a:bodyPr/>
        <a:lstStyle/>
        <a:p>
          <a:r>
            <a:rPr lang="en-IN"/>
            <a:t>Chosen metrics (accuracy, F1-score, precision, recall, IoU, AUC, etc.)</a:t>
          </a:r>
          <a:endParaRPr lang="en-US"/>
        </a:p>
      </dgm:t>
    </dgm:pt>
    <dgm:pt modelId="{83DFC7CD-7909-4F83-87B4-5E326271F021}" type="parTrans" cxnId="{CADDF3C0-9B11-4789-9568-29F4270603EA}">
      <dgm:prSet/>
      <dgm:spPr/>
      <dgm:t>
        <a:bodyPr/>
        <a:lstStyle/>
        <a:p>
          <a:endParaRPr lang="en-US"/>
        </a:p>
      </dgm:t>
    </dgm:pt>
    <dgm:pt modelId="{5BD17AAD-D848-4F14-B3AF-65ADBCCBB8C5}" type="sibTrans" cxnId="{CADDF3C0-9B11-4789-9568-29F4270603EA}">
      <dgm:prSet/>
      <dgm:spPr/>
      <dgm:t>
        <a:bodyPr/>
        <a:lstStyle/>
        <a:p>
          <a:endParaRPr lang="en-US"/>
        </a:p>
      </dgm:t>
    </dgm:pt>
    <dgm:pt modelId="{B99DBFA1-34E2-4CD7-A8EA-7F59909C53E7}">
      <dgm:prSet/>
      <dgm:spPr/>
      <dgm:t>
        <a:bodyPr/>
        <a:lstStyle/>
        <a:p>
          <a:r>
            <a:rPr lang="en-IN"/>
            <a:t>Confusion matrix</a:t>
          </a:r>
          <a:endParaRPr lang="en-US"/>
        </a:p>
      </dgm:t>
    </dgm:pt>
    <dgm:pt modelId="{67F25563-21D6-4827-807C-F9345DB628C9}" type="parTrans" cxnId="{4909833E-F522-40DC-8CC7-7DFF6F5A61BB}">
      <dgm:prSet/>
      <dgm:spPr/>
      <dgm:t>
        <a:bodyPr/>
        <a:lstStyle/>
        <a:p>
          <a:endParaRPr lang="en-US"/>
        </a:p>
      </dgm:t>
    </dgm:pt>
    <dgm:pt modelId="{045DD415-5C19-4062-856F-0E49DAFD958E}" type="sibTrans" cxnId="{4909833E-F522-40DC-8CC7-7DFF6F5A61BB}">
      <dgm:prSet/>
      <dgm:spPr/>
      <dgm:t>
        <a:bodyPr/>
        <a:lstStyle/>
        <a:p>
          <a:endParaRPr lang="en-US"/>
        </a:p>
      </dgm:t>
    </dgm:pt>
    <dgm:pt modelId="{282CA523-A6A6-400C-8DED-573B2C481F89}">
      <dgm:prSet/>
      <dgm:spPr/>
      <dgm:t>
        <a:bodyPr/>
        <a:lstStyle/>
        <a:p>
          <a:r>
            <a:rPr lang="en-IN"/>
            <a:t>Comparison with baseline models</a:t>
          </a:r>
          <a:endParaRPr lang="en-US"/>
        </a:p>
      </dgm:t>
    </dgm:pt>
    <dgm:pt modelId="{20A8E273-99CE-4788-9CE7-4DDAD13B127C}" type="parTrans" cxnId="{A387EE5C-996C-4304-B86F-20171656C266}">
      <dgm:prSet/>
      <dgm:spPr/>
      <dgm:t>
        <a:bodyPr/>
        <a:lstStyle/>
        <a:p>
          <a:endParaRPr lang="en-US"/>
        </a:p>
      </dgm:t>
    </dgm:pt>
    <dgm:pt modelId="{BEFA3324-2ED9-4BEF-ACF4-B016E83227D5}" type="sibTrans" cxnId="{A387EE5C-996C-4304-B86F-20171656C266}">
      <dgm:prSet/>
      <dgm:spPr/>
      <dgm:t>
        <a:bodyPr/>
        <a:lstStyle/>
        <a:p>
          <a:endParaRPr lang="en-US"/>
        </a:p>
      </dgm:t>
    </dgm:pt>
    <dgm:pt modelId="{5B0C0359-5266-49C2-BE9E-9B502EE0068D}">
      <dgm:prSet/>
      <dgm:spPr/>
      <dgm:t>
        <a:bodyPr/>
        <a:lstStyle/>
        <a:p>
          <a:r>
            <a:rPr lang="en-IN"/>
            <a:t>Error analysis</a:t>
          </a:r>
          <a:endParaRPr lang="en-US"/>
        </a:p>
      </dgm:t>
    </dgm:pt>
    <dgm:pt modelId="{FCDEB500-4380-442F-A2F2-28AA322009F2}" type="parTrans" cxnId="{F5EEB507-0A6F-475C-96DE-840E1C42F934}">
      <dgm:prSet/>
      <dgm:spPr/>
      <dgm:t>
        <a:bodyPr/>
        <a:lstStyle/>
        <a:p>
          <a:endParaRPr lang="en-US"/>
        </a:p>
      </dgm:t>
    </dgm:pt>
    <dgm:pt modelId="{9C158BBB-C947-485D-9135-AE8ABF45D8BD}" type="sibTrans" cxnId="{F5EEB507-0A6F-475C-96DE-840E1C42F934}">
      <dgm:prSet/>
      <dgm:spPr/>
      <dgm:t>
        <a:bodyPr/>
        <a:lstStyle/>
        <a:p>
          <a:endParaRPr lang="en-US"/>
        </a:p>
      </dgm:t>
    </dgm:pt>
    <dgm:pt modelId="{9CBAB2D4-9F4A-4E33-AA94-5FB19D4D98FA}" type="pres">
      <dgm:prSet presAssocID="{067E709A-7E3A-483B-8746-56F2C71E686C}" presName="diagram" presStyleCnt="0">
        <dgm:presLayoutVars>
          <dgm:dir/>
          <dgm:resizeHandles val="exact"/>
        </dgm:presLayoutVars>
      </dgm:prSet>
      <dgm:spPr/>
    </dgm:pt>
    <dgm:pt modelId="{627171A8-6070-40A4-9BFE-4C1804157528}" type="pres">
      <dgm:prSet presAssocID="{7FD9BDDC-8B84-4A0C-9968-570A9B3FFCB2}" presName="node" presStyleLbl="node1" presStyleIdx="0" presStyleCnt="27">
        <dgm:presLayoutVars>
          <dgm:bulletEnabled val="1"/>
        </dgm:presLayoutVars>
      </dgm:prSet>
      <dgm:spPr/>
    </dgm:pt>
    <dgm:pt modelId="{6429C871-4AD6-4DAF-9B75-8D876C5397FB}" type="pres">
      <dgm:prSet presAssocID="{89B46E33-958B-4A09-8B57-94E29AE990A7}" presName="sibTrans" presStyleCnt="0"/>
      <dgm:spPr/>
    </dgm:pt>
    <dgm:pt modelId="{22D5F61B-DE74-4A91-9A16-59A1798E6245}" type="pres">
      <dgm:prSet presAssocID="{1A5182CA-28ED-4EBA-A421-D73B877E86A0}" presName="node" presStyleLbl="node1" presStyleIdx="1" presStyleCnt="27">
        <dgm:presLayoutVars>
          <dgm:bulletEnabled val="1"/>
        </dgm:presLayoutVars>
      </dgm:prSet>
      <dgm:spPr/>
    </dgm:pt>
    <dgm:pt modelId="{EAE3334F-3835-4722-B1F9-7EE4095E0669}" type="pres">
      <dgm:prSet presAssocID="{9C34A7F3-F337-4071-9141-FC3DACF96EFE}" presName="sibTrans" presStyleCnt="0"/>
      <dgm:spPr/>
    </dgm:pt>
    <dgm:pt modelId="{F1FEA93F-CEED-4525-9B0D-66810A095928}" type="pres">
      <dgm:prSet presAssocID="{F3FBB3FA-18A7-4A57-A826-540C1CC81FF9}" presName="node" presStyleLbl="node1" presStyleIdx="2" presStyleCnt="27">
        <dgm:presLayoutVars>
          <dgm:bulletEnabled val="1"/>
        </dgm:presLayoutVars>
      </dgm:prSet>
      <dgm:spPr/>
    </dgm:pt>
    <dgm:pt modelId="{50EB21E3-EF94-4AE8-BA73-6F220110520E}" type="pres">
      <dgm:prSet presAssocID="{040992F7-7069-4958-8D85-9201F24E9C80}" presName="sibTrans" presStyleCnt="0"/>
      <dgm:spPr/>
    </dgm:pt>
    <dgm:pt modelId="{984A7A95-AA74-4FD2-81A2-F1859D1FED66}" type="pres">
      <dgm:prSet presAssocID="{100DD789-0994-4070-86C7-6399D44E437F}" presName="node" presStyleLbl="node1" presStyleIdx="3" presStyleCnt="27">
        <dgm:presLayoutVars>
          <dgm:bulletEnabled val="1"/>
        </dgm:presLayoutVars>
      </dgm:prSet>
      <dgm:spPr/>
    </dgm:pt>
    <dgm:pt modelId="{22728CC0-91A5-4A3E-8104-25DEB30BD14B}" type="pres">
      <dgm:prSet presAssocID="{4AEC538A-E633-4DEA-AB25-6A86F61B1D99}" presName="sibTrans" presStyleCnt="0"/>
      <dgm:spPr/>
    </dgm:pt>
    <dgm:pt modelId="{F175F686-7466-46BB-9223-972D9F61D66D}" type="pres">
      <dgm:prSet presAssocID="{37D61EFA-9363-4332-BCD0-C4641A132F29}" presName="node" presStyleLbl="node1" presStyleIdx="4" presStyleCnt="27">
        <dgm:presLayoutVars>
          <dgm:bulletEnabled val="1"/>
        </dgm:presLayoutVars>
      </dgm:prSet>
      <dgm:spPr/>
    </dgm:pt>
    <dgm:pt modelId="{8B8295D9-0A8D-4258-8B22-B822F4D16698}" type="pres">
      <dgm:prSet presAssocID="{DE844029-79BA-4382-B0C9-15A9535950CA}" presName="sibTrans" presStyleCnt="0"/>
      <dgm:spPr/>
    </dgm:pt>
    <dgm:pt modelId="{1A027F91-8F2D-404F-B45E-67F8A076F7A4}" type="pres">
      <dgm:prSet presAssocID="{FE229851-6824-4ACD-97AB-D6D0170D3D96}" presName="node" presStyleLbl="node1" presStyleIdx="5" presStyleCnt="27">
        <dgm:presLayoutVars>
          <dgm:bulletEnabled val="1"/>
        </dgm:presLayoutVars>
      </dgm:prSet>
      <dgm:spPr/>
    </dgm:pt>
    <dgm:pt modelId="{24F07016-FD6C-4153-A784-C97B5F347E12}" type="pres">
      <dgm:prSet presAssocID="{B3DFABA6-9316-4B1B-87AF-9A3AE01DF931}" presName="sibTrans" presStyleCnt="0"/>
      <dgm:spPr/>
    </dgm:pt>
    <dgm:pt modelId="{D9DAB451-7EFF-4F8D-A361-8893C14EA09E}" type="pres">
      <dgm:prSet presAssocID="{FA8B32B2-8145-4DA3-866D-C9B1D2F6A317}" presName="node" presStyleLbl="node1" presStyleIdx="6" presStyleCnt="27">
        <dgm:presLayoutVars>
          <dgm:bulletEnabled val="1"/>
        </dgm:presLayoutVars>
      </dgm:prSet>
      <dgm:spPr/>
    </dgm:pt>
    <dgm:pt modelId="{B8AC9C02-4655-4AA2-BBBF-58F4C8620D8D}" type="pres">
      <dgm:prSet presAssocID="{8A13CB46-F485-4987-A657-C7057A3B3106}" presName="sibTrans" presStyleCnt="0"/>
      <dgm:spPr/>
    </dgm:pt>
    <dgm:pt modelId="{653039B0-826C-4291-B358-370FF861CB60}" type="pres">
      <dgm:prSet presAssocID="{1EF1DB51-8084-4AB0-9D80-400D65B550CF}" presName="node" presStyleLbl="node1" presStyleIdx="7" presStyleCnt="27">
        <dgm:presLayoutVars>
          <dgm:bulletEnabled val="1"/>
        </dgm:presLayoutVars>
      </dgm:prSet>
      <dgm:spPr/>
    </dgm:pt>
    <dgm:pt modelId="{D6ECDE89-E5E1-4885-9A8A-11269F56F497}" type="pres">
      <dgm:prSet presAssocID="{161F4161-1629-4D3F-9308-8C2B148723E9}" presName="sibTrans" presStyleCnt="0"/>
      <dgm:spPr/>
    </dgm:pt>
    <dgm:pt modelId="{8ABAE165-47F9-414D-A454-E4C3B35CCFB1}" type="pres">
      <dgm:prSet presAssocID="{41380423-493E-4F8E-9247-BECB4E8B0797}" presName="node" presStyleLbl="node1" presStyleIdx="8" presStyleCnt="27">
        <dgm:presLayoutVars>
          <dgm:bulletEnabled val="1"/>
        </dgm:presLayoutVars>
      </dgm:prSet>
      <dgm:spPr/>
    </dgm:pt>
    <dgm:pt modelId="{F83B4896-1D8A-43FF-8A60-2EB1F14A52C2}" type="pres">
      <dgm:prSet presAssocID="{A8E9FFA2-591E-4B82-915B-489DE8179334}" presName="sibTrans" presStyleCnt="0"/>
      <dgm:spPr/>
    </dgm:pt>
    <dgm:pt modelId="{03B7B6EF-9391-4542-833F-E0B46C7B20A6}" type="pres">
      <dgm:prSet presAssocID="{7BE96C26-93B7-45EF-85DB-658FAB61EE2A}" presName="node" presStyleLbl="node1" presStyleIdx="9" presStyleCnt="27">
        <dgm:presLayoutVars>
          <dgm:bulletEnabled val="1"/>
        </dgm:presLayoutVars>
      </dgm:prSet>
      <dgm:spPr/>
    </dgm:pt>
    <dgm:pt modelId="{534C8D7A-20F9-486E-9528-11DDCAB10FA5}" type="pres">
      <dgm:prSet presAssocID="{01870C87-EE47-440D-8166-EDECCB2AC3D7}" presName="sibTrans" presStyleCnt="0"/>
      <dgm:spPr/>
    </dgm:pt>
    <dgm:pt modelId="{75103452-1169-4271-976B-720090F7F437}" type="pres">
      <dgm:prSet presAssocID="{DEDA5AAD-E823-4335-9F86-55FE376EB7AF}" presName="node" presStyleLbl="node1" presStyleIdx="10" presStyleCnt="27">
        <dgm:presLayoutVars>
          <dgm:bulletEnabled val="1"/>
        </dgm:presLayoutVars>
      </dgm:prSet>
      <dgm:spPr/>
    </dgm:pt>
    <dgm:pt modelId="{6C132621-E821-475A-A3F3-656CDBED660B}" type="pres">
      <dgm:prSet presAssocID="{02CE690D-07E7-430E-A6B6-B84C9F6BD432}" presName="sibTrans" presStyleCnt="0"/>
      <dgm:spPr/>
    </dgm:pt>
    <dgm:pt modelId="{BC93BACF-B4FD-479F-AB9A-B7E81669853E}" type="pres">
      <dgm:prSet presAssocID="{5AC4A25C-E122-4190-A6E8-5754CFD22229}" presName="node" presStyleLbl="node1" presStyleIdx="11" presStyleCnt="27">
        <dgm:presLayoutVars>
          <dgm:bulletEnabled val="1"/>
        </dgm:presLayoutVars>
      </dgm:prSet>
      <dgm:spPr/>
    </dgm:pt>
    <dgm:pt modelId="{F93F39AA-A999-4BFD-B2EE-0A6C8F359199}" type="pres">
      <dgm:prSet presAssocID="{6B978783-0343-4230-92C2-C960A234AFCC}" presName="sibTrans" presStyleCnt="0"/>
      <dgm:spPr/>
    </dgm:pt>
    <dgm:pt modelId="{7D4B9DF5-0AAE-43B7-B914-8194E6EE50F7}" type="pres">
      <dgm:prSet presAssocID="{EA696BCA-1062-441D-AEB0-C21DEDCE6D0E}" presName="node" presStyleLbl="node1" presStyleIdx="12" presStyleCnt="27">
        <dgm:presLayoutVars>
          <dgm:bulletEnabled val="1"/>
        </dgm:presLayoutVars>
      </dgm:prSet>
      <dgm:spPr/>
    </dgm:pt>
    <dgm:pt modelId="{080E79A8-B163-4D7A-A15D-60ABA487FCB5}" type="pres">
      <dgm:prSet presAssocID="{6D59AC07-5468-4658-8FE9-96F881E3FA0F}" presName="sibTrans" presStyleCnt="0"/>
      <dgm:spPr/>
    </dgm:pt>
    <dgm:pt modelId="{AFA0F880-59C3-43B0-B81E-DD44E2690356}" type="pres">
      <dgm:prSet presAssocID="{161AF414-9639-4006-A853-25FD9785AF8E}" presName="node" presStyleLbl="node1" presStyleIdx="13" presStyleCnt="27">
        <dgm:presLayoutVars>
          <dgm:bulletEnabled val="1"/>
        </dgm:presLayoutVars>
      </dgm:prSet>
      <dgm:spPr/>
    </dgm:pt>
    <dgm:pt modelId="{2A93DDE5-B04D-40F0-A1F9-EA156F2619DE}" type="pres">
      <dgm:prSet presAssocID="{7789F9A4-B6A8-44EE-AFA5-7F24FD7E5AD4}" presName="sibTrans" presStyleCnt="0"/>
      <dgm:spPr/>
    </dgm:pt>
    <dgm:pt modelId="{8066C1E6-D77A-42CC-BCD2-5BD53A4B745F}" type="pres">
      <dgm:prSet presAssocID="{9A58E47C-E791-466E-A5C9-418ADE6C8A3A}" presName="node" presStyleLbl="node1" presStyleIdx="14" presStyleCnt="27">
        <dgm:presLayoutVars>
          <dgm:bulletEnabled val="1"/>
        </dgm:presLayoutVars>
      </dgm:prSet>
      <dgm:spPr/>
    </dgm:pt>
    <dgm:pt modelId="{13BDF439-E44A-4989-B5E9-94E929FBA23D}" type="pres">
      <dgm:prSet presAssocID="{137D49C5-3414-4B70-A9F9-97DD455F30BC}" presName="sibTrans" presStyleCnt="0"/>
      <dgm:spPr/>
    </dgm:pt>
    <dgm:pt modelId="{A0BF1BA5-5CAB-454B-A826-4E4B5CCC94C6}" type="pres">
      <dgm:prSet presAssocID="{7637575D-9DDB-4866-91C1-61E9273E2DCF}" presName="node" presStyleLbl="node1" presStyleIdx="15" presStyleCnt="27">
        <dgm:presLayoutVars>
          <dgm:bulletEnabled val="1"/>
        </dgm:presLayoutVars>
      </dgm:prSet>
      <dgm:spPr/>
    </dgm:pt>
    <dgm:pt modelId="{D10881EF-8C37-4282-8AFF-18CB96C8E599}" type="pres">
      <dgm:prSet presAssocID="{632144E4-83C1-424F-A91B-916E04523BD7}" presName="sibTrans" presStyleCnt="0"/>
      <dgm:spPr/>
    </dgm:pt>
    <dgm:pt modelId="{7300B88A-4094-47DD-B80C-7C42D8991710}" type="pres">
      <dgm:prSet presAssocID="{BD7AF9A7-1346-4FA9-A840-29EA2D9A4D45}" presName="node" presStyleLbl="node1" presStyleIdx="16" presStyleCnt="27">
        <dgm:presLayoutVars>
          <dgm:bulletEnabled val="1"/>
        </dgm:presLayoutVars>
      </dgm:prSet>
      <dgm:spPr/>
    </dgm:pt>
    <dgm:pt modelId="{001395A1-BD56-4E87-AE83-633CD64E1CD4}" type="pres">
      <dgm:prSet presAssocID="{6153FD16-365A-4383-ABE9-D7E7A26EB7EE}" presName="sibTrans" presStyleCnt="0"/>
      <dgm:spPr/>
    </dgm:pt>
    <dgm:pt modelId="{BB6F4DD9-E03B-4753-B560-732988A133CD}" type="pres">
      <dgm:prSet presAssocID="{D5F83BB8-DC08-4539-9FCE-90E8FBA89CF3}" presName="node" presStyleLbl="node1" presStyleIdx="17" presStyleCnt="27">
        <dgm:presLayoutVars>
          <dgm:bulletEnabled val="1"/>
        </dgm:presLayoutVars>
      </dgm:prSet>
      <dgm:spPr/>
    </dgm:pt>
    <dgm:pt modelId="{940DCA10-E4AD-4C31-8F6A-4C13C92D5E97}" type="pres">
      <dgm:prSet presAssocID="{9EC76279-576F-4437-A42B-370325B783CE}" presName="sibTrans" presStyleCnt="0"/>
      <dgm:spPr/>
    </dgm:pt>
    <dgm:pt modelId="{9895D2A6-FB2F-47AA-B523-7A7E2F7D91D7}" type="pres">
      <dgm:prSet presAssocID="{89EB391F-ACB9-4157-BEDB-C690EB5BD75D}" presName="node" presStyleLbl="node1" presStyleIdx="18" presStyleCnt="27">
        <dgm:presLayoutVars>
          <dgm:bulletEnabled val="1"/>
        </dgm:presLayoutVars>
      </dgm:prSet>
      <dgm:spPr/>
    </dgm:pt>
    <dgm:pt modelId="{CA9DB56D-291A-4660-8BEF-3212A26B1220}" type="pres">
      <dgm:prSet presAssocID="{F872D981-2091-46A7-A5BD-B0408D0D54A4}" presName="sibTrans" presStyleCnt="0"/>
      <dgm:spPr/>
    </dgm:pt>
    <dgm:pt modelId="{2379384F-E2B5-456F-88B3-69D319DA149C}" type="pres">
      <dgm:prSet presAssocID="{96897837-5683-4999-BD88-AD71C33351EA}" presName="node" presStyleLbl="node1" presStyleIdx="19" presStyleCnt="27">
        <dgm:presLayoutVars>
          <dgm:bulletEnabled val="1"/>
        </dgm:presLayoutVars>
      </dgm:prSet>
      <dgm:spPr/>
    </dgm:pt>
    <dgm:pt modelId="{B973F86A-E4F7-4CC0-88E6-4835A867B2D5}" type="pres">
      <dgm:prSet presAssocID="{BB491ED4-6101-464C-B977-579074B37CA0}" presName="sibTrans" presStyleCnt="0"/>
      <dgm:spPr/>
    </dgm:pt>
    <dgm:pt modelId="{25912FB5-380E-4ABA-9D40-B330797E48D7}" type="pres">
      <dgm:prSet presAssocID="{43ACBB8F-2693-46BB-B622-264AF95BC304}" presName="node" presStyleLbl="node1" presStyleIdx="20" presStyleCnt="27">
        <dgm:presLayoutVars>
          <dgm:bulletEnabled val="1"/>
        </dgm:presLayoutVars>
      </dgm:prSet>
      <dgm:spPr/>
    </dgm:pt>
    <dgm:pt modelId="{62176EC7-1528-4309-896A-F827528BE151}" type="pres">
      <dgm:prSet presAssocID="{C2B75509-C56E-430B-B446-0B43E0A171E2}" presName="sibTrans" presStyleCnt="0"/>
      <dgm:spPr/>
    </dgm:pt>
    <dgm:pt modelId="{09D0056D-F4CB-46CF-A9FF-5D0DCB25D022}" type="pres">
      <dgm:prSet presAssocID="{467A87A4-2D25-49F9-B5DA-540E31308444}" presName="node" presStyleLbl="node1" presStyleIdx="21" presStyleCnt="27">
        <dgm:presLayoutVars>
          <dgm:bulletEnabled val="1"/>
        </dgm:presLayoutVars>
      </dgm:prSet>
      <dgm:spPr/>
    </dgm:pt>
    <dgm:pt modelId="{7956931F-D915-45DA-A1DD-BD8CD8D6FC7F}" type="pres">
      <dgm:prSet presAssocID="{EB9422CA-7576-4473-8C7C-C38CC49ED48D}" presName="sibTrans" presStyleCnt="0"/>
      <dgm:spPr/>
    </dgm:pt>
    <dgm:pt modelId="{EF57F1D1-6232-41C0-A3F8-62CCCA3E5307}" type="pres">
      <dgm:prSet presAssocID="{0373F3A6-165A-437A-8A01-BA819DBB311A}" presName="node" presStyleLbl="node1" presStyleIdx="22" presStyleCnt="27">
        <dgm:presLayoutVars>
          <dgm:bulletEnabled val="1"/>
        </dgm:presLayoutVars>
      </dgm:prSet>
      <dgm:spPr/>
    </dgm:pt>
    <dgm:pt modelId="{F16A3868-D432-453C-B766-6CBCAB22975A}" type="pres">
      <dgm:prSet presAssocID="{563A8E40-8CF4-4315-BE76-EEDAF28D2971}" presName="sibTrans" presStyleCnt="0"/>
      <dgm:spPr/>
    </dgm:pt>
    <dgm:pt modelId="{F9D6510D-1B58-4EF1-B0FF-12B98C503786}" type="pres">
      <dgm:prSet presAssocID="{CB4F6B04-C9B2-4911-AED4-BB261BE63E94}" presName="node" presStyleLbl="node1" presStyleIdx="23" presStyleCnt="27">
        <dgm:presLayoutVars>
          <dgm:bulletEnabled val="1"/>
        </dgm:presLayoutVars>
      </dgm:prSet>
      <dgm:spPr/>
    </dgm:pt>
    <dgm:pt modelId="{AED6A833-4203-47D0-B9F6-256B5714F1F2}" type="pres">
      <dgm:prSet presAssocID="{5BD17AAD-D848-4F14-B3AF-65ADBCCBB8C5}" presName="sibTrans" presStyleCnt="0"/>
      <dgm:spPr/>
    </dgm:pt>
    <dgm:pt modelId="{79D41792-ABD8-4107-ABCD-47441A1DC0D3}" type="pres">
      <dgm:prSet presAssocID="{B99DBFA1-34E2-4CD7-A8EA-7F59909C53E7}" presName="node" presStyleLbl="node1" presStyleIdx="24" presStyleCnt="27">
        <dgm:presLayoutVars>
          <dgm:bulletEnabled val="1"/>
        </dgm:presLayoutVars>
      </dgm:prSet>
      <dgm:spPr/>
    </dgm:pt>
    <dgm:pt modelId="{CB0D710D-D342-49C5-964A-07AE9EBA971B}" type="pres">
      <dgm:prSet presAssocID="{045DD415-5C19-4062-856F-0E49DAFD958E}" presName="sibTrans" presStyleCnt="0"/>
      <dgm:spPr/>
    </dgm:pt>
    <dgm:pt modelId="{F6ED1E7F-9F1B-4C6E-8723-A4F424C575F3}" type="pres">
      <dgm:prSet presAssocID="{282CA523-A6A6-400C-8DED-573B2C481F89}" presName="node" presStyleLbl="node1" presStyleIdx="25" presStyleCnt="27">
        <dgm:presLayoutVars>
          <dgm:bulletEnabled val="1"/>
        </dgm:presLayoutVars>
      </dgm:prSet>
      <dgm:spPr/>
    </dgm:pt>
    <dgm:pt modelId="{3AF433EB-2E56-4A38-81CD-40BDF186F594}" type="pres">
      <dgm:prSet presAssocID="{BEFA3324-2ED9-4BEF-ACF4-B016E83227D5}" presName="sibTrans" presStyleCnt="0"/>
      <dgm:spPr/>
    </dgm:pt>
    <dgm:pt modelId="{760D3F35-8341-4DAA-AC3C-EFFACADFA4E3}" type="pres">
      <dgm:prSet presAssocID="{5B0C0359-5266-49C2-BE9E-9B502EE0068D}" presName="node" presStyleLbl="node1" presStyleIdx="26" presStyleCnt="27">
        <dgm:presLayoutVars>
          <dgm:bulletEnabled val="1"/>
        </dgm:presLayoutVars>
      </dgm:prSet>
      <dgm:spPr/>
    </dgm:pt>
  </dgm:ptLst>
  <dgm:cxnLst>
    <dgm:cxn modelId="{7F0AC905-2C9E-426F-8085-230996347985}" srcId="{067E709A-7E3A-483B-8746-56F2C71E686C}" destId="{EA696BCA-1062-441D-AEB0-C21DEDCE6D0E}" srcOrd="12" destOrd="0" parTransId="{EB228BA1-8FF1-4B20-82B5-293777073A2C}" sibTransId="{6D59AC07-5468-4658-8FE9-96F881E3FA0F}"/>
    <dgm:cxn modelId="{A0419406-F0B5-4043-8061-81B0AF93E250}" type="presOf" srcId="{1A5182CA-28ED-4EBA-A421-D73B877E86A0}" destId="{22D5F61B-DE74-4A91-9A16-59A1798E6245}" srcOrd="0" destOrd="0" presId="urn:microsoft.com/office/officeart/2005/8/layout/default"/>
    <dgm:cxn modelId="{F5EEB507-0A6F-475C-96DE-840E1C42F934}" srcId="{067E709A-7E3A-483B-8746-56F2C71E686C}" destId="{5B0C0359-5266-49C2-BE9E-9B502EE0068D}" srcOrd="26" destOrd="0" parTransId="{FCDEB500-4380-442F-A2F2-28AA322009F2}" sibTransId="{9C158BBB-C947-485D-9135-AE8ABF45D8BD}"/>
    <dgm:cxn modelId="{E72DAD0A-6520-48A6-A772-610BE8EF48F2}" type="presOf" srcId="{41380423-493E-4F8E-9247-BECB4E8B0797}" destId="{8ABAE165-47F9-414D-A454-E4C3B35CCFB1}" srcOrd="0" destOrd="0" presId="urn:microsoft.com/office/officeart/2005/8/layout/default"/>
    <dgm:cxn modelId="{1C06F811-9634-4736-A761-340BE7DD47A9}" type="presOf" srcId="{0373F3A6-165A-437A-8A01-BA819DBB311A}" destId="{EF57F1D1-6232-41C0-A3F8-62CCCA3E5307}" srcOrd="0" destOrd="0" presId="urn:microsoft.com/office/officeart/2005/8/layout/default"/>
    <dgm:cxn modelId="{A8119813-448A-4C7A-9895-B834C142BB38}" type="presOf" srcId="{FE229851-6824-4ACD-97AB-D6D0170D3D96}" destId="{1A027F91-8F2D-404F-B45E-67F8A076F7A4}" srcOrd="0" destOrd="0" presId="urn:microsoft.com/office/officeart/2005/8/layout/default"/>
    <dgm:cxn modelId="{1ACB922E-1C9E-4931-A20D-A8940D464F45}" srcId="{067E709A-7E3A-483B-8746-56F2C71E686C}" destId="{1EF1DB51-8084-4AB0-9D80-400D65B550CF}" srcOrd="7" destOrd="0" parTransId="{8ED08E68-084D-49A3-AA3C-D96F751C8ADD}" sibTransId="{161F4161-1629-4D3F-9308-8C2B148723E9}"/>
    <dgm:cxn modelId="{6298C130-2C5E-45B5-B7CF-08606E7A4E96}" srcId="{067E709A-7E3A-483B-8746-56F2C71E686C}" destId="{7637575D-9DDB-4866-91C1-61E9273E2DCF}" srcOrd="15" destOrd="0" parTransId="{8EF397BE-A9B9-48B0-ADCF-65BD474DC244}" sibTransId="{632144E4-83C1-424F-A91B-916E04523BD7}"/>
    <dgm:cxn modelId="{7050D735-9B5C-4F5D-93DD-83487AACE792}" type="presOf" srcId="{100DD789-0994-4070-86C7-6399D44E437F}" destId="{984A7A95-AA74-4FD2-81A2-F1859D1FED66}" srcOrd="0" destOrd="0" presId="urn:microsoft.com/office/officeart/2005/8/layout/default"/>
    <dgm:cxn modelId="{4909833E-F522-40DC-8CC7-7DFF6F5A61BB}" srcId="{067E709A-7E3A-483B-8746-56F2C71E686C}" destId="{B99DBFA1-34E2-4CD7-A8EA-7F59909C53E7}" srcOrd="24" destOrd="0" parTransId="{67F25563-21D6-4827-807C-F9345DB628C9}" sibTransId="{045DD415-5C19-4062-856F-0E49DAFD958E}"/>
    <dgm:cxn modelId="{9385C65C-0AEA-46B5-8945-7EB1F772F505}" srcId="{067E709A-7E3A-483B-8746-56F2C71E686C}" destId="{1A5182CA-28ED-4EBA-A421-D73B877E86A0}" srcOrd="1" destOrd="0" parTransId="{54D378B1-D311-445D-B7FB-2D3F0DDB814C}" sibTransId="{9C34A7F3-F337-4071-9141-FC3DACF96EFE}"/>
    <dgm:cxn modelId="{A387EE5C-996C-4304-B86F-20171656C266}" srcId="{067E709A-7E3A-483B-8746-56F2C71E686C}" destId="{282CA523-A6A6-400C-8DED-573B2C481F89}" srcOrd="25" destOrd="0" parTransId="{20A8E273-99CE-4788-9CE7-4DDAD13B127C}" sibTransId="{BEFA3324-2ED9-4BEF-ACF4-B016E83227D5}"/>
    <dgm:cxn modelId="{1CB12743-9315-4E5E-94EE-2DC0B57BF445}" type="presOf" srcId="{F3FBB3FA-18A7-4A57-A826-540C1CC81FF9}" destId="{F1FEA93F-CEED-4525-9B0D-66810A095928}" srcOrd="0" destOrd="0" presId="urn:microsoft.com/office/officeart/2005/8/layout/default"/>
    <dgm:cxn modelId="{29B62A68-EE17-4237-A03D-36E19AF8F8FC}" srcId="{067E709A-7E3A-483B-8746-56F2C71E686C}" destId="{467A87A4-2D25-49F9-B5DA-540E31308444}" srcOrd="21" destOrd="0" parTransId="{23309BE1-100C-4A21-A43C-9BDF1AA4A14E}" sibTransId="{EB9422CA-7576-4473-8C7C-C38CC49ED48D}"/>
    <dgm:cxn modelId="{0F85076D-332B-4C34-893A-A8F17D392E7D}" srcId="{067E709A-7E3A-483B-8746-56F2C71E686C}" destId="{9A58E47C-E791-466E-A5C9-418ADE6C8A3A}" srcOrd="14" destOrd="0" parTransId="{294E587D-6682-45C5-8619-5FFCF67844D7}" sibTransId="{137D49C5-3414-4B70-A9F9-97DD455F30BC}"/>
    <dgm:cxn modelId="{5C83D94F-3E76-4A5A-9EDC-AA12CF209325}" type="presOf" srcId="{37D61EFA-9363-4332-BCD0-C4641A132F29}" destId="{F175F686-7466-46BB-9223-972D9F61D66D}" srcOrd="0" destOrd="0" presId="urn:microsoft.com/office/officeart/2005/8/layout/default"/>
    <dgm:cxn modelId="{1FE1AB76-0053-403C-B1A3-182323ABD12D}" type="presOf" srcId="{89EB391F-ACB9-4157-BEDB-C690EB5BD75D}" destId="{9895D2A6-FB2F-47AA-B523-7A7E2F7D91D7}" srcOrd="0" destOrd="0" presId="urn:microsoft.com/office/officeart/2005/8/layout/default"/>
    <dgm:cxn modelId="{F23EFF7B-E6E3-46F7-963E-45951E370674}" srcId="{067E709A-7E3A-483B-8746-56F2C71E686C}" destId="{7FD9BDDC-8B84-4A0C-9968-570A9B3FFCB2}" srcOrd="0" destOrd="0" parTransId="{18E888F0-0F8A-4CF2-88A0-DBC6CDC23E44}" sibTransId="{89B46E33-958B-4A09-8B57-94E29AE990A7}"/>
    <dgm:cxn modelId="{04AA737C-50F9-4657-ACAF-D3BF932AAEED}" srcId="{067E709A-7E3A-483B-8746-56F2C71E686C}" destId="{37D61EFA-9363-4332-BCD0-C4641A132F29}" srcOrd="4" destOrd="0" parTransId="{2AF2B1AC-CE52-4C3A-96B1-40DA2AD15852}" sibTransId="{DE844029-79BA-4382-B0C9-15A9535950CA}"/>
    <dgm:cxn modelId="{5F030B7F-85FC-4B4B-A258-21472A867788}" type="presOf" srcId="{96897837-5683-4999-BD88-AD71C33351EA}" destId="{2379384F-E2B5-456F-88B3-69D319DA149C}" srcOrd="0" destOrd="0" presId="urn:microsoft.com/office/officeart/2005/8/layout/default"/>
    <dgm:cxn modelId="{09025282-E0C3-4DE9-A6BB-A5426C12254E}" srcId="{067E709A-7E3A-483B-8746-56F2C71E686C}" destId="{0373F3A6-165A-437A-8A01-BA819DBB311A}" srcOrd="22" destOrd="0" parTransId="{0EF91A41-2C76-45BB-9220-31A1944A0924}" sibTransId="{563A8E40-8CF4-4315-BE76-EEDAF28D2971}"/>
    <dgm:cxn modelId="{7D082383-82A1-46DB-9DE7-5F4E9909C8A1}" srcId="{067E709A-7E3A-483B-8746-56F2C71E686C}" destId="{41380423-493E-4F8E-9247-BECB4E8B0797}" srcOrd="8" destOrd="0" parTransId="{1C819DD4-A57B-4339-BE41-AA7D6139425F}" sibTransId="{A8E9FFA2-591E-4B82-915B-489DE8179334}"/>
    <dgm:cxn modelId="{423B4089-D62B-456D-9E5B-42F5084EDE75}" type="presOf" srcId="{43ACBB8F-2693-46BB-B622-264AF95BC304}" destId="{25912FB5-380E-4ABA-9D40-B330797E48D7}" srcOrd="0" destOrd="0" presId="urn:microsoft.com/office/officeart/2005/8/layout/default"/>
    <dgm:cxn modelId="{1784D38C-75DC-47C2-9811-72962F7DBE8C}" type="presOf" srcId="{9A58E47C-E791-466E-A5C9-418ADE6C8A3A}" destId="{8066C1E6-D77A-42CC-BCD2-5BD53A4B745F}" srcOrd="0" destOrd="0" presId="urn:microsoft.com/office/officeart/2005/8/layout/default"/>
    <dgm:cxn modelId="{9332098D-3B03-448D-B2EC-109A6C87DB60}" srcId="{067E709A-7E3A-483B-8746-56F2C71E686C}" destId="{FA8B32B2-8145-4DA3-866D-C9B1D2F6A317}" srcOrd="6" destOrd="0" parTransId="{958CB61F-2132-48F8-9912-30F5845A9884}" sibTransId="{8A13CB46-F485-4987-A657-C7057A3B3106}"/>
    <dgm:cxn modelId="{4E0FAE8E-0C1C-43C9-A293-9B369F76B0B5}" type="presOf" srcId="{7637575D-9DDB-4866-91C1-61E9273E2DCF}" destId="{A0BF1BA5-5CAB-454B-A826-4E4B5CCC94C6}" srcOrd="0" destOrd="0" presId="urn:microsoft.com/office/officeart/2005/8/layout/default"/>
    <dgm:cxn modelId="{551CE298-CC04-49A2-9E06-0D5D7385445F}" type="presOf" srcId="{FA8B32B2-8145-4DA3-866D-C9B1D2F6A317}" destId="{D9DAB451-7EFF-4F8D-A361-8893C14EA09E}" srcOrd="0" destOrd="0" presId="urn:microsoft.com/office/officeart/2005/8/layout/default"/>
    <dgm:cxn modelId="{236F369A-C340-4E13-A055-F842E32376B5}" type="presOf" srcId="{B99DBFA1-34E2-4CD7-A8EA-7F59909C53E7}" destId="{79D41792-ABD8-4107-ABCD-47441A1DC0D3}" srcOrd="0" destOrd="0" presId="urn:microsoft.com/office/officeart/2005/8/layout/default"/>
    <dgm:cxn modelId="{B3CD6D9C-2CCF-42B8-9C34-3EECFF7883CF}" srcId="{067E709A-7E3A-483B-8746-56F2C71E686C}" destId="{F3FBB3FA-18A7-4A57-A826-540C1CC81FF9}" srcOrd="2" destOrd="0" parTransId="{2463A6C1-3485-402E-8982-BA5ADE54F65C}" sibTransId="{040992F7-7069-4958-8D85-9201F24E9C80}"/>
    <dgm:cxn modelId="{46DFBD9F-DD9B-410D-AE67-88A27B104098}" type="presOf" srcId="{5AC4A25C-E122-4190-A6E8-5754CFD22229}" destId="{BC93BACF-B4FD-479F-AB9A-B7E81669853E}" srcOrd="0" destOrd="0" presId="urn:microsoft.com/office/officeart/2005/8/layout/default"/>
    <dgm:cxn modelId="{B0E2D9A5-B2AE-4FDD-8581-D1CA80E86162}" srcId="{067E709A-7E3A-483B-8746-56F2C71E686C}" destId="{DEDA5AAD-E823-4335-9F86-55FE376EB7AF}" srcOrd="10" destOrd="0" parTransId="{278435D7-F4D3-4BD7-9DE5-030C572D771B}" sibTransId="{02CE690D-07E7-430E-A6B6-B84C9F6BD432}"/>
    <dgm:cxn modelId="{64317BA9-9F12-4CF7-8D3F-DCA61AEADBB4}" type="presOf" srcId="{5B0C0359-5266-49C2-BE9E-9B502EE0068D}" destId="{760D3F35-8341-4DAA-AC3C-EFFACADFA4E3}" srcOrd="0" destOrd="0" presId="urn:microsoft.com/office/officeart/2005/8/layout/default"/>
    <dgm:cxn modelId="{B8B828AB-5947-4F4A-941A-FABAD30C2374}" srcId="{067E709A-7E3A-483B-8746-56F2C71E686C}" destId="{5AC4A25C-E122-4190-A6E8-5754CFD22229}" srcOrd="11" destOrd="0" parTransId="{4E07BCFB-D624-46E6-B7C1-7FB8DA76A917}" sibTransId="{6B978783-0343-4230-92C2-C960A234AFCC}"/>
    <dgm:cxn modelId="{BE227DAD-8AB1-41EB-ADF7-FF40C8CB39BC}" type="presOf" srcId="{BD7AF9A7-1346-4FA9-A840-29EA2D9A4D45}" destId="{7300B88A-4094-47DD-B80C-7C42D8991710}" srcOrd="0" destOrd="0" presId="urn:microsoft.com/office/officeart/2005/8/layout/default"/>
    <dgm:cxn modelId="{1D23A0B5-6EA2-4A51-8408-037C7D768D22}" type="presOf" srcId="{161AF414-9639-4006-A853-25FD9785AF8E}" destId="{AFA0F880-59C3-43B0-B81E-DD44E2690356}" srcOrd="0" destOrd="0" presId="urn:microsoft.com/office/officeart/2005/8/layout/default"/>
    <dgm:cxn modelId="{CADDF3C0-9B11-4789-9568-29F4270603EA}" srcId="{067E709A-7E3A-483B-8746-56F2C71E686C}" destId="{CB4F6B04-C9B2-4911-AED4-BB261BE63E94}" srcOrd="23" destOrd="0" parTransId="{83DFC7CD-7909-4F83-87B4-5E326271F021}" sibTransId="{5BD17AAD-D848-4F14-B3AF-65ADBCCBB8C5}"/>
    <dgm:cxn modelId="{D891A8C3-5D4F-4CED-BD60-6D7583875403}" type="presOf" srcId="{D5F83BB8-DC08-4539-9FCE-90E8FBA89CF3}" destId="{BB6F4DD9-E03B-4753-B560-732988A133CD}" srcOrd="0" destOrd="0" presId="urn:microsoft.com/office/officeart/2005/8/layout/default"/>
    <dgm:cxn modelId="{90B040C5-5713-4B1A-BFC4-65CBE33B0C98}" srcId="{067E709A-7E3A-483B-8746-56F2C71E686C}" destId="{89EB391F-ACB9-4157-BEDB-C690EB5BD75D}" srcOrd="18" destOrd="0" parTransId="{271E8E04-A1FA-46F0-AC7E-1D3F389C2590}" sibTransId="{F872D981-2091-46A7-A5BD-B0408D0D54A4}"/>
    <dgm:cxn modelId="{E3064EC6-0FAA-42EA-A292-A3733BE34E66}" srcId="{067E709A-7E3A-483B-8746-56F2C71E686C}" destId="{100DD789-0994-4070-86C7-6399D44E437F}" srcOrd="3" destOrd="0" parTransId="{ED92E8D4-64A0-4E9C-87F2-0C12EE518DE9}" sibTransId="{4AEC538A-E633-4DEA-AB25-6A86F61B1D99}"/>
    <dgm:cxn modelId="{8030F8C6-96B1-4D2E-830E-14139A41E97F}" type="presOf" srcId="{7BE96C26-93B7-45EF-85DB-658FAB61EE2A}" destId="{03B7B6EF-9391-4542-833F-E0B46C7B20A6}" srcOrd="0" destOrd="0" presId="urn:microsoft.com/office/officeart/2005/8/layout/default"/>
    <dgm:cxn modelId="{D43826CC-E4CA-45DC-A3D0-F4F10D2FDDFB}" type="presOf" srcId="{067E709A-7E3A-483B-8746-56F2C71E686C}" destId="{9CBAB2D4-9F4A-4E33-AA94-5FB19D4D98FA}" srcOrd="0" destOrd="0" presId="urn:microsoft.com/office/officeart/2005/8/layout/default"/>
    <dgm:cxn modelId="{E04CD3D1-75B9-46FE-A6DE-66921CF944BE}" srcId="{067E709A-7E3A-483B-8746-56F2C71E686C}" destId="{7BE96C26-93B7-45EF-85DB-658FAB61EE2A}" srcOrd="9" destOrd="0" parTransId="{6E4AAAEB-6C9B-4023-86D1-D68AA09430FA}" sibTransId="{01870C87-EE47-440D-8166-EDECCB2AC3D7}"/>
    <dgm:cxn modelId="{2E3D13D5-994D-4DFD-AA0C-B5DBA9743786}" type="presOf" srcId="{282CA523-A6A6-400C-8DED-573B2C481F89}" destId="{F6ED1E7F-9F1B-4C6E-8723-A4F424C575F3}" srcOrd="0" destOrd="0" presId="urn:microsoft.com/office/officeart/2005/8/layout/default"/>
    <dgm:cxn modelId="{4E8B78D7-B972-4E86-B180-0569755C7116}" srcId="{067E709A-7E3A-483B-8746-56F2C71E686C}" destId="{BD7AF9A7-1346-4FA9-A840-29EA2D9A4D45}" srcOrd="16" destOrd="0" parTransId="{E70C260D-45C4-4CBF-8602-27C012563EB3}" sibTransId="{6153FD16-365A-4383-ABE9-D7E7A26EB7EE}"/>
    <dgm:cxn modelId="{768760D8-473F-4621-B652-9F09E4995027}" type="presOf" srcId="{DEDA5AAD-E823-4335-9F86-55FE376EB7AF}" destId="{75103452-1169-4271-976B-720090F7F437}" srcOrd="0" destOrd="0" presId="urn:microsoft.com/office/officeart/2005/8/layout/default"/>
    <dgm:cxn modelId="{26343BDB-DF06-4BC2-A3F6-C521992D3904}" srcId="{067E709A-7E3A-483B-8746-56F2C71E686C}" destId="{96897837-5683-4999-BD88-AD71C33351EA}" srcOrd="19" destOrd="0" parTransId="{A3B86E07-0B32-4054-9236-5C0532293282}" sibTransId="{BB491ED4-6101-464C-B977-579074B37CA0}"/>
    <dgm:cxn modelId="{1DBAA7DE-0F16-441C-8736-62229E6B3612}" type="presOf" srcId="{7FD9BDDC-8B84-4A0C-9968-570A9B3FFCB2}" destId="{627171A8-6070-40A4-9BFE-4C1804157528}" srcOrd="0" destOrd="0" presId="urn:microsoft.com/office/officeart/2005/8/layout/default"/>
    <dgm:cxn modelId="{B38936E1-6CF1-4769-8F24-EADEE64A1FDC}" type="presOf" srcId="{1EF1DB51-8084-4AB0-9D80-400D65B550CF}" destId="{653039B0-826C-4291-B358-370FF861CB60}" srcOrd="0" destOrd="0" presId="urn:microsoft.com/office/officeart/2005/8/layout/default"/>
    <dgm:cxn modelId="{EE8E0BE4-AD60-40C9-9B03-1428931108B5}" type="presOf" srcId="{EA696BCA-1062-441D-AEB0-C21DEDCE6D0E}" destId="{7D4B9DF5-0AAE-43B7-B914-8194E6EE50F7}" srcOrd="0" destOrd="0" presId="urn:microsoft.com/office/officeart/2005/8/layout/default"/>
    <dgm:cxn modelId="{831B98EF-48F5-4E6B-A42C-231EC6C6735B}" srcId="{067E709A-7E3A-483B-8746-56F2C71E686C}" destId="{161AF414-9639-4006-A853-25FD9785AF8E}" srcOrd="13" destOrd="0" parTransId="{21225403-0817-4F82-95DB-33C3BA2978A4}" sibTransId="{7789F9A4-B6A8-44EE-AFA5-7F24FD7E5AD4}"/>
    <dgm:cxn modelId="{8125EDF3-7387-4894-9AEF-1C08B92E6FDB}" srcId="{067E709A-7E3A-483B-8746-56F2C71E686C}" destId="{43ACBB8F-2693-46BB-B622-264AF95BC304}" srcOrd="20" destOrd="0" parTransId="{F16AE91C-3877-4738-A081-31DDA62E018A}" sibTransId="{C2B75509-C56E-430B-B446-0B43E0A171E2}"/>
    <dgm:cxn modelId="{0D166BF6-D183-4CFE-BD55-BA91FB7281FB}" type="presOf" srcId="{467A87A4-2D25-49F9-B5DA-540E31308444}" destId="{09D0056D-F4CB-46CF-A9FF-5D0DCB25D022}" srcOrd="0" destOrd="0" presId="urn:microsoft.com/office/officeart/2005/8/layout/default"/>
    <dgm:cxn modelId="{9A784BFE-6DFF-4415-9332-AEF7B46859CB}" srcId="{067E709A-7E3A-483B-8746-56F2C71E686C}" destId="{FE229851-6824-4ACD-97AB-D6D0170D3D96}" srcOrd="5" destOrd="0" parTransId="{0279840E-9456-4873-B878-F052E031DA2B}" sibTransId="{B3DFABA6-9316-4B1B-87AF-9A3AE01DF931}"/>
    <dgm:cxn modelId="{891324FF-9D44-4E5F-82D8-60D95439516A}" srcId="{067E709A-7E3A-483B-8746-56F2C71E686C}" destId="{D5F83BB8-DC08-4539-9FCE-90E8FBA89CF3}" srcOrd="17" destOrd="0" parTransId="{DA0F852A-15E2-4FCD-A521-DD145CC5CE09}" sibTransId="{9EC76279-576F-4437-A42B-370325B783CE}"/>
    <dgm:cxn modelId="{7DB83BFF-15F1-4DE2-810E-2D7425939C1F}" type="presOf" srcId="{CB4F6B04-C9B2-4911-AED4-BB261BE63E94}" destId="{F9D6510D-1B58-4EF1-B0FF-12B98C503786}" srcOrd="0" destOrd="0" presId="urn:microsoft.com/office/officeart/2005/8/layout/default"/>
    <dgm:cxn modelId="{59C2B4C4-BE49-44A3-8F16-6297CA7F4E78}" type="presParOf" srcId="{9CBAB2D4-9F4A-4E33-AA94-5FB19D4D98FA}" destId="{627171A8-6070-40A4-9BFE-4C1804157528}" srcOrd="0" destOrd="0" presId="urn:microsoft.com/office/officeart/2005/8/layout/default"/>
    <dgm:cxn modelId="{A1A5AC39-D03D-4599-ACCB-08844A7E0E3F}" type="presParOf" srcId="{9CBAB2D4-9F4A-4E33-AA94-5FB19D4D98FA}" destId="{6429C871-4AD6-4DAF-9B75-8D876C5397FB}" srcOrd="1" destOrd="0" presId="urn:microsoft.com/office/officeart/2005/8/layout/default"/>
    <dgm:cxn modelId="{D084B641-359D-46C9-9D86-AC922F0D2AAC}" type="presParOf" srcId="{9CBAB2D4-9F4A-4E33-AA94-5FB19D4D98FA}" destId="{22D5F61B-DE74-4A91-9A16-59A1798E6245}" srcOrd="2" destOrd="0" presId="urn:microsoft.com/office/officeart/2005/8/layout/default"/>
    <dgm:cxn modelId="{D7E766CF-B5D6-41AB-9E0E-7FA0C2273777}" type="presParOf" srcId="{9CBAB2D4-9F4A-4E33-AA94-5FB19D4D98FA}" destId="{EAE3334F-3835-4722-B1F9-7EE4095E0669}" srcOrd="3" destOrd="0" presId="urn:microsoft.com/office/officeart/2005/8/layout/default"/>
    <dgm:cxn modelId="{75DE8A9D-4363-4DF8-9897-40EAB891F0DE}" type="presParOf" srcId="{9CBAB2D4-9F4A-4E33-AA94-5FB19D4D98FA}" destId="{F1FEA93F-CEED-4525-9B0D-66810A095928}" srcOrd="4" destOrd="0" presId="urn:microsoft.com/office/officeart/2005/8/layout/default"/>
    <dgm:cxn modelId="{25491304-730E-4325-AB6B-CACC1356B7F3}" type="presParOf" srcId="{9CBAB2D4-9F4A-4E33-AA94-5FB19D4D98FA}" destId="{50EB21E3-EF94-4AE8-BA73-6F220110520E}" srcOrd="5" destOrd="0" presId="urn:microsoft.com/office/officeart/2005/8/layout/default"/>
    <dgm:cxn modelId="{06D33C4E-AD4E-4604-924D-3499FE0204BB}" type="presParOf" srcId="{9CBAB2D4-9F4A-4E33-AA94-5FB19D4D98FA}" destId="{984A7A95-AA74-4FD2-81A2-F1859D1FED66}" srcOrd="6" destOrd="0" presId="urn:microsoft.com/office/officeart/2005/8/layout/default"/>
    <dgm:cxn modelId="{D8124576-70EF-4B1E-929A-6D93056A96D4}" type="presParOf" srcId="{9CBAB2D4-9F4A-4E33-AA94-5FB19D4D98FA}" destId="{22728CC0-91A5-4A3E-8104-25DEB30BD14B}" srcOrd="7" destOrd="0" presId="urn:microsoft.com/office/officeart/2005/8/layout/default"/>
    <dgm:cxn modelId="{71AC9E05-CB22-41F5-9AFD-D08F784A904F}" type="presParOf" srcId="{9CBAB2D4-9F4A-4E33-AA94-5FB19D4D98FA}" destId="{F175F686-7466-46BB-9223-972D9F61D66D}" srcOrd="8" destOrd="0" presId="urn:microsoft.com/office/officeart/2005/8/layout/default"/>
    <dgm:cxn modelId="{D580B2E0-B99E-4F83-91C5-3332D2DF9BA2}" type="presParOf" srcId="{9CBAB2D4-9F4A-4E33-AA94-5FB19D4D98FA}" destId="{8B8295D9-0A8D-4258-8B22-B822F4D16698}" srcOrd="9" destOrd="0" presId="urn:microsoft.com/office/officeart/2005/8/layout/default"/>
    <dgm:cxn modelId="{9020DB1B-E377-4AF5-AF55-F5DB9ADED731}" type="presParOf" srcId="{9CBAB2D4-9F4A-4E33-AA94-5FB19D4D98FA}" destId="{1A027F91-8F2D-404F-B45E-67F8A076F7A4}" srcOrd="10" destOrd="0" presId="urn:microsoft.com/office/officeart/2005/8/layout/default"/>
    <dgm:cxn modelId="{A9F7CECF-5BAB-4E40-B58D-B775F9B052E9}" type="presParOf" srcId="{9CBAB2D4-9F4A-4E33-AA94-5FB19D4D98FA}" destId="{24F07016-FD6C-4153-A784-C97B5F347E12}" srcOrd="11" destOrd="0" presId="urn:microsoft.com/office/officeart/2005/8/layout/default"/>
    <dgm:cxn modelId="{4198A280-5A10-4AAB-A72B-DB069D60B8F0}" type="presParOf" srcId="{9CBAB2D4-9F4A-4E33-AA94-5FB19D4D98FA}" destId="{D9DAB451-7EFF-4F8D-A361-8893C14EA09E}" srcOrd="12" destOrd="0" presId="urn:microsoft.com/office/officeart/2005/8/layout/default"/>
    <dgm:cxn modelId="{F7ABC998-5BEC-42F8-8355-08204113EE13}" type="presParOf" srcId="{9CBAB2D4-9F4A-4E33-AA94-5FB19D4D98FA}" destId="{B8AC9C02-4655-4AA2-BBBF-58F4C8620D8D}" srcOrd="13" destOrd="0" presId="urn:microsoft.com/office/officeart/2005/8/layout/default"/>
    <dgm:cxn modelId="{CC7CBB9C-6C97-44D0-BFB1-0C921C6B8945}" type="presParOf" srcId="{9CBAB2D4-9F4A-4E33-AA94-5FB19D4D98FA}" destId="{653039B0-826C-4291-B358-370FF861CB60}" srcOrd="14" destOrd="0" presId="urn:microsoft.com/office/officeart/2005/8/layout/default"/>
    <dgm:cxn modelId="{8C25CFAD-63A5-49ED-BA4A-30054523FFF0}" type="presParOf" srcId="{9CBAB2D4-9F4A-4E33-AA94-5FB19D4D98FA}" destId="{D6ECDE89-E5E1-4885-9A8A-11269F56F497}" srcOrd="15" destOrd="0" presId="urn:microsoft.com/office/officeart/2005/8/layout/default"/>
    <dgm:cxn modelId="{D7533E93-501A-4258-BAF7-3071F6537638}" type="presParOf" srcId="{9CBAB2D4-9F4A-4E33-AA94-5FB19D4D98FA}" destId="{8ABAE165-47F9-414D-A454-E4C3B35CCFB1}" srcOrd="16" destOrd="0" presId="urn:microsoft.com/office/officeart/2005/8/layout/default"/>
    <dgm:cxn modelId="{CD8EAF99-7BBB-4577-BE75-90504027CBF5}" type="presParOf" srcId="{9CBAB2D4-9F4A-4E33-AA94-5FB19D4D98FA}" destId="{F83B4896-1D8A-43FF-8A60-2EB1F14A52C2}" srcOrd="17" destOrd="0" presId="urn:microsoft.com/office/officeart/2005/8/layout/default"/>
    <dgm:cxn modelId="{8771BDEF-14A0-43BD-A806-69916F64792F}" type="presParOf" srcId="{9CBAB2D4-9F4A-4E33-AA94-5FB19D4D98FA}" destId="{03B7B6EF-9391-4542-833F-E0B46C7B20A6}" srcOrd="18" destOrd="0" presId="urn:microsoft.com/office/officeart/2005/8/layout/default"/>
    <dgm:cxn modelId="{D70E8A77-9DB5-4FCA-AE78-D1436C0C5734}" type="presParOf" srcId="{9CBAB2D4-9F4A-4E33-AA94-5FB19D4D98FA}" destId="{534C8D7A-20F9-486E-9528-11DDCAB10FA5}" srcOrd="19" destOrd="0" presId="urn:microsoft.com/office/officeart/2005/8/layout/default"/>
    <dgm:cxn modelId="{EEC03C3F-EDB6-4031-81F9-3B636C8B8696}" type="presParOf" srcId="{9CBAB2D4-9F4A-4E33-AA94-5FB19D4D98FA}" destId="{75103452-1169-4271-976B-720090F7F437}" srcOrd="20" destOrd="0" presId="urn:microsoft.com/office/officeart/2005/8/layout/default"/>
    <dgm:cxn modelId="{635C7F9F-86B7-4025-A255-DA2EADB2249C}" type="presParOf" srcId="{9CBAB2D4-9F4A-4E33-AA94-5FB19D4D98FA}" destId="{6C132621-E821-475A-A3F3-656CDBED660B}" srcOrd="21" destOrd="0" presId="urn:microsoft.com/office/officeart/2005/8/layout/default"/>
    <dgm:cxn modelId="{2D0F130E-5045-4D14-826D-54A8249CE034}" type="presParOf" srcId="{9CBAB2D4-9F4A-4E33-AA94-5FB19D4D98FA}" destId="{BC93BACF-B4FD-479F-AB9A-B7E81669853E}" srcOrd="22" destOrd="0" presId="urn:microsoft.com/office/officeart/2005/8/layout/default"/>
    <dgm:cxn modelId="{3D46F48B-0A0C-46C2-BBB9-F40265724712}" type="presParOf" srcId="{9CBAB2D4-9F4A-4E33-AA94-5FB19D4D98FA}" destId="{F93F39AA-A999-4BFD-B2EE-0A6C8F359199}" srcOrd="23" destOrd="0" presId="urn:microsoft.com/office/officeart/2005/8/layout/default"/>
    <dgm:cxn modelId="{199FFA1E-F32F-4276-AA83-2A64F370897C}" type="presParOf" srcId="{9CBAB2D4-9F4A-4E33-AA94-5FB19D4D98FA}" destId="{7D4B9DF5-0AAE-43B7-B914-8194E6EE50F7}" srcOrd="24" destOrd="0" presId="urn:microsoft.com/office/officeart/2005/8/layout/default"/>
    <dgm:cxn modelId="{C01E366E-2DE4-4A29-8733-A0373A2DFE74}" type="presParOf" srcId="{9CBAB2D4-9F4A-4E33-AA94-5FB19D4D98FA}" destId="{080E79A8-B163-4D7A-A15D-60ABA487FCB5}" srcOrd="25" destOrd="0" presId="urn:microsoft.com/office/officeart/2005/8/layout/default"/>
    <dgm:cxn modelId="{DFDB69CB-F66A-4FF9-9613-F40C94193CDA}" type="presParOf" srcId="{9CBAB2D4-9F4A-4E33-AA94-5FB19D4D98FA}" destId="{AFA0F880-59C3-43B0-B81E-DD44E2690356}" srcOrd="26" destOrd="0" presId="urn:microsoft.com/office/officeart/2005/8/layout/default"/>
    <dgm:cxn modelId="{4545FE1F-1BCC-4819-AAAB-CA0E51803F7E}" type="presParOf" srcId="{9CBAB2D4-9F4A-4E33-AA94-5FB19D4D98FA}" destId="{2A93DDE5-B04D-40F0-A1F9-EA156F2619DE}" srcOrd="27" destOrd="0" presId="urn:microsoft.com/office/officeart/2005/8/layout/default"/>
    <dgm:cxn modelId="{B73110FB-9786-4F1C-9F0F-028BC978680D}" type="presParOf" srcId="{9CBAB2D4-9F4A-4E33-AA94-5FB19D4D98FA}" destId="{8066C1E6-D77A-42CC-BCD2-5BD53A4B745F}" srcOrd="28" destOrd="0" presId="urn:microsoft.com/office/officeart/2005/8/layout/default"/>
    <dgm:cxn modelId="{BC1B36F9-DD55-4A7B-A7A0-6E0B87FF06A0}" type="presParOf" srcId="{9CBAB2D4-9F4A-4E33-AA94-5FB19D4D98FA}" destId="{13BDF439-E44A-4989-B5E9-94E929FBA23D}" srcOrd="29" destOrd="0" presId="urn:microsoft.com/office/officeart/2005/8/layout/default"/>
    <dgm:cxn modelId="{AD38A6E8-1022-417A-AE35-963110974D3A}" type="presParOf" srcId="{9CBAB2D4-9F4A-4E33-AA94-5FB19D4D98FA}" destId="{A0BF1BA5-5CAB-454B-A826-4E4B5CCC94C6}" srcOrd="30" destOrd="0" presId="urn:microsoft.com/office/officeart/2005/8/layout/default"/>
    <dgm:cxn modelId="{1517CC94-ED65-44F1-9588-C75BD1C412CB}" type="presParOf" srcId="{9CBAB2D4-9F4A-4E33-AA94-5FB19D4D98FA}" destId="{D10881EF-8C37-4282-8AFF-18CB96C8E599}" srcOrd="31" destOrd="0" presId="urn:microsoft.com/office/officeart/2005/8/layout/default"/>
    <dgm:cxn modelId="{D82BCD77-660F-43B4-9756-063B8D391ABD}" type="presParOf" srcId="{9CBAB2D4-9F4A-4E33-AA94-5FB19D4D98FA}" destId="{7300B88A-4094-47DD-B80C-7C42D8991710}" srcOrd="32" destOrd="0" presId="urn:microsoft.com/office/officeart/2005/8/layout/default"/>
    <dgm:cxn modelId="{1A112462-573D-4BAE-8EF6-512BCC2561C7}" type="presParOf" srcId="{9CBAB2D4-9F4A-4E33-AA94-5FB19D4D98FA}" destId="{001395A1-BD56-4E87-AE83-633CD64E1CD4}" srcOrd="33" destOrd="0" presId="urn:microsoft.com/office/officeart/2005/8/layout/default"/>
    <dgm:cxn modelId="{59E93901-DDBE-480E-B1C1-2E39CB0716A3}" type="presParOf" srcId="{9CBAB2D4-9F4A-4E33-AA94-5FB19D4D98FA}" destId="{BB6F4DD9-E03B-4753-B560-732988A133CD}" srcOrd="34" destOrd="0" presId="urn:microsoft.com/office/officeart/2005/8/layout/default"/>
    <dgm:cxn modelId="{2E52CFF5-04E0-485B-A8C8-DE3CF456CD25}" type="presParOf" srcId="{9CBAB2D4-9F4A-4E33-AA94-5FB19D4D98FA}" destId="{940DCA10-E4AD-4C31-8F6A-4C13C92D5E97}" srcOrd="35" destOrd="0" presId="urn:microsoft.com/office/officeart/2005/8/layout/default"/>
    <dgm:cxn modelId="{854041C2-DCA3-4175-9B11-5FD95D63FC9C}" type="presParOf" srcId="{9CBAB2D4-9F4A-4E33-AA94-5FB19D4D98FA}" destId="{9895D2A6-FB2F-47AA-B523-7A7E2F7D91D7}" srcOrd="36" destOrd="0" presId="urn:microsoft.com/office/officeart/2005/8/layout/default"/>
    <dgm:cxn modelId="{A7D8A6F4-AE50-4DEF-A1EC-9887F2670205}" type="presParOf" srcId="{9CBAB2D4-9F4A-4E33-AA94-5FB19D4D98FA}" destId="{CA9DB56D-291A-4660-8BEF-3212A26B1220}" srcOrd="37" destOrd="0" presId="urn:microsoft.com/office/officeart/2005/8/layout/default"/>
    <dgm:cxn modelId="{AD8882D7-7D9C-4CE3-AE89-2E8C42CFA401}" type="presParOf" srcId="{9CBAB2D4-9F4A-4E33-AA94-5FB19D4D98FA}" destId="{2379384F-E2B5-456F-88B3-69D319DA149C}" srcOrd="38" destOrd="0" presId="urn:microsoft.com/office/officeart/2005/8/layout/default"/>
    <dgm:cxn modelId="{6FA6E8BF-D2C1-4284-B84D-EFAEC4B3FAE0}" type="presParOf" srcId="{9CBAB2D4-9F4A-4E33-AA94-5FB19D4D98FA}" destId="{B973F86A-E4F7-4CC0-88E6-4835A867B2D5}" srcOrd="39" destOrd="0" presId="urn:microsoft.com/office/officeart/2005/8/layout/default"/>
    <dgm:cxn modelId="{2F7EBC71-29C3-4F99-97F6-EAB79CDEC3EA}" type="presParOf" srcId="{9CBAB2D4-9F4A-4E33-AA94-5FB19D4D98FA}" destId="{25912FB5-380E-4ABA-9D40-B330797E48D7}" srcOrd="40" destOrd="0" presId="urn:microsoft.com/office/officeart/2005/8/layout/default"/>
    <dgm:cxn modelId="{367CE2BC-C096-4BBD-AA78-D1892CC1D170}" type="presParOf" srcId="{9CBAB2D4-9F4A-4E33-AA94-5FB19D4D98FA}" destId="{62176EC7-1528-4309-896A-F827528BE151}" srcOrd="41" destOrd="0" presId="urn:microsoft.com/office/officeart/2005/8/layout/default"/>
    <dgm:cxn modelId="{E8D9F982-571A-41A5-86B7-C4D61E044F9F}" type="presParOf" srcId="{9CBAB2D4-9F4A-4E33-AA94-5FB19D4D98FA}" destId="{09D0056D-F4CB-46CF-A9FF-5D0DCB25D022}" srcOrd="42" destOrd="0" presId="urn:microsoft.com/office/officeart/2005/8/layout/default"/>
    <dgm:cxn modelId="{6BC119A0-AF59-4D73-B77A-2EE9969455FC}" type="presParOf" srcId="{9CBAB2D4-9F4A-4E33-AA94-5FB19D4D98FA}" destId="{7956931F-D915-45DA-A1DD-BD8CD8D6FC7F}" srcOrd="43" destOrd="0" presId="urn:microsoft.com/office/officeart/2005/8/layout/default"/>
    <dgm:cxn modelId="{F86953F9-B48B-41C8-AE44-AB7CB1F7DAD0}" type="presParOf" srcId="{9CBAB2D4-9F4A-4E33-AA94-5FB19D4D98FA}" destId="{EF57F1D1-6232-41C0-A3F8-62CCCA3E5307}" srcOrd="44" destOrd="0" presId="urn:microsoft.com/office/officeart/2005/8/layout/default"/>
    <dgm:cxn modelId="{49586156-5F77-4A11-97B8-5A1369928FE7}" type="presParOf" srcId="{9CBAB2D4-9F4A-4E33-AA94-5FB19D4D98FA}" destId="{F16A3868-D432-453C-B766-6CBCAB22975A}" srcOrd="45" destOrd="0" presId="urn:microsoft.com/office/officeart/2005/8/layout/default"/>
    <dgm:cxn modelId="{0CAF47D9-8349-4EAB-AF5C-1E130684938C}" type="presParOf" srcId="{9CBAB2D4-9F4A-4E33-AA94-5FB19D4D98FA}" destId="{F9D6510D-1B58-4EF1-B0FF-12B98C503786}" srcOrd="46" destOrd="0" presId="urn:microsoft.com/office/officeart/2005/8/layout/default"/>
    <dgm:cxn modelId="{1A72BDF5-62F8-488E-BC0B-D7D50E1E3D4B}" type="presParOf" srcId="{9CBAB2D4-9F4A-4E33-AA94-5FB19D4D98FA}" destId="{AED6A833-4203-47D0-B9F6-256B5714F1F2}" srcOrd="47" destOrd="0" presId="urn:microsoft.com/office/officeart/2005/8/layout/default"/>
    <dgm:cxn modelId="{FDD2E22E-2490-4183-A615-7F12F3EF60FA}" type="presParOf" srcId="{9CBAB2D4-9F4A-4E33-AA94-5FB19D4D98FA}" destId="{79D41792-ABD8-4107-ABCD-47441A1DC0D3}" srcOrd="48" destOrd="0" presId="urn:microsoft.com/office/officeart/2005/8/layout/default"/>
    <dgm:cxn modelId="{C19F9EF2-85F1-4647-815C-6612D1B52DDE}" type="presParOf" srcId="{9CBAB2D4-9F4A-4E33-AA94-5FB19D4D98FA}" destId="{CB0D710D-D342-49C5-964A-07AE9EBA971B}" srcOrd="49" destOrd="0" presId="urn:microsoft.com/office/officeart/2005/8/layout/default"/>
    <dgm:cxn modelId="{C1AD01AF-B2F4-46E7-B2CF-F6CBFA875081}" type="presParOf" srcId="{9CBAB2D4-9F4A-4E33-AA94-5FB19D4D98FA}" destId="{F6ED1E7F-9F1B-4C6E-8723-A4F424C575F3}" srcOrd="50" destOrd="0" presId="urn:microsoft.com/office/officeart/2005/8/layout/default"/>
    <dgm:cxn modelId="{C303770B-9F07-4CDB-BEE8-DA650CEDE7A4}" type="presParOf" srcId="{9CBAB2D4-9F4A-4E33-AA94-5FB19D4D98FA}" destId="{3AF433EB-2E56-4A38-81CD-40BDF186F594}" srcOrd="51" destOrd="0" presId="urn:microsoft.com/office/officeart/2005/8/layout/default"/>
    <dgm:cxn modelId="{C33BCE09-2DBB-4761-9EBA-83507F9B40FD}" type="presParOf" srcId="{9CBAB2D4-9F4A-4E33-AA94-5FB19D4D98FA}" destId="{760D3F35-8341-4DAA-AC3C-EFFACADFA4E3}" srcOrd="5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27BF5-722E-4B11-8FC8-2CAAC923C6EC}">
      <dsp:nvSpPr>
        <dsp:cNvPr id="0" name=""/>
        <dsp:cNvSpPr/>
      </dsp:nvSpPr>
      <dsp:spPr>
        <a:xfrm>
          <a:off x="1682907" y="736139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51069" y="779926"/>
        <a:ext cx="19311" cy="3866"/>
      </dsp:txXfrm>
    </dsp:sp>
    <dsp:sp modelId="{FF44E101-EAC0-492B-92F8-4E778F01E69E}">
      <dsp:nvSpPr>
        <dsp:cNvPr id="0" name=""/>
        <dsp:cNvSpPr/>
      </dsp:nvSpPr>
      <dsp:spPr>
        <a:xfrm>
          <a:off x="5418" y="278073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Primary Users</a:t>
          </a:r>
          <a:endParaRPr lang="en-US" sz="1200" kern="1200"/>
        </a:p>
      </dsp:txBody>
      <dsp:txXfrm>
        <a:off x="5418" y="278073"/>
        <a:ext cx="1679288" cy="1007573"/>
      </dsp:txXfrm>
    </dsp:sp>
    <dsp:sp modelId="{ECB0E627-9563-4A23-8E21-966220AF3A52}">
      <dsp:nvSpPr>
        <dsp:cNvPr id="0" name=""/>
        <dsp:cNvSpPr/>
      </dsp:nvSpPr>
      <dsp:spPr>
        <a:xfrm>
          <a:off x="3748431" y="736139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2"/>
              <a:satOff val="-584"/>
              <a:lumOff val="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94" y="779926"/>
        <a:ext cx="19311" cy="3866"/>
      </dsp:txXfrm>
    </dsp:sp>
    <dsp:sp modelId="{1185C049-6138-4F97-BFFA-C904AD0CEA21}">
      <dsp:nvSpPr>
        <dsp:cNvPr id="0" name=""/>
        <dsp:cNvSpPr/>
      </dsp:nvSpPr>
      <dsp:spPr>
        <a:xfrm>
          <a:off x="2070943" y="278073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425593"/>
                <a:satOff val="-531"/>
                <a:lumOff val="12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25593"/>
                <a:satOff val="-531"/>
                <a:lumOff val="12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Patients:</a:t>
          </a:r>
          <a:r>
            <a:rPr lang="en-US" sz="1200" kern="1200"/>
            <a:t> Monitor tremor at home to detect early Parkinson’s signs and track progression.</a:t>
          </a:r>
        </a:p>
      </dsp:txBody>
      <dsp:txXfrm>
        <a:off x="2070943" y="278073"/>
        <a:ext cx="1679288" cy="1007573"/>
      </dsp:txXfrm>
    </dsp:sp>
    <dsp:sp modelId="{9F59DBFF-5EB1-42ED-AC7D-0FA7EA46D0C5}">
      <dsp:nvSpPr>
        <dsp:cNvPr id="0" name=""/>
        <dsp:cNvSpPr/>
      </dsp:nvSpPr>
      <dsp:spPr>
        <a:xfrm>
          <a:off x="5813956" y="736139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2118" y="779926"/>
        <a:ext cx="19311" cy="3866"/>
      </dsp:txXfrm>
    </dsp:sp>
    <dsp:sp modelId="{D242885E-A780-48E2-B78C-4DD0B95A7CC1}">
      <dsp:nvSpPr>
        <dsp:cNvPr id="0" name=""/>
        <dsp:cNvSpPr/>
      </dsp:nvSpPr>
      <dsp:spPr>
        <a:xfrm>
          <a:off x="4136468" y="278073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851185"/>
                <a:satOff val="-1062"/>
                <a:lumOff val="25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851185"/>
                <a:satOff val="-1062"/>
                <a:lumOff val="25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Clinicians / Neurologists:</a:t>
          </a:r>
          <a:r>
            <a:rPr lang="en-US" sz="1200" kern="1200"/>
            <a:t> Access objective tremor data to support diagnosis, treatment plans, and clinical studies.</a:t>
          </a:r>
        </a:p>
      </dsp:txBody>
      <dsp:txXfrm>
        <a:off x="4136468" y="278073"/>
        <a:ext cx="1679288" cy="1007573"/>
      </dsp:txXfrm>
    </dsp:sp>
    <dsp:sp modelId="{B1D4A82C-CE10-46FE-9D94-EA50DFA47536}">
      <dsp:nvSpPr>
        <dsp:cNvPr id="0" name=""/>
        <dsp:cNvSpPr/>
      </dsp:nvSpPr>
      <dsp:spPr>
        <a:xfrm>
          <a:off x="845062" y="1283846"/>
          <a:ext cx="6196574" cy="355636"/>
        </a:xfrm>
        <a:custGeom>
          <a:avLst/>
          <a:gdLst/>
          <a:ahLst/>
          <a:cxnLst/>
          <a:rect l="0" t="0" r="0" b="0"/>
          <a:pathLst>
            <a:path>
              <a:moveTo>
                <a:pt x="6196574" y="0"/>
              </a:moveTo>
              <a:lnTo>
                <a:pt x="6196574" y="194918"/>
              </a:lnTo>
              <a:lnTo>
                <a:pt x="0" y="194918"/>
              </a:lnTo>
              <a:lnTo>
                <a:pt x="0" y="355636"/>
              </a:lnTo>
            </a:path>
          </a:pathLst>
        </a:custGeom>
        <a:noFill/>
        <a:ln w="9525" cap="flat" cmpd="sng" algn="ctr">
          <a:solidFill>
            <a:schemeClr val="accent2">
              <a:hueOff val="1404456"/>
              <a:satOff val="-1752"/>
              <a:lumOff val="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8135" y="1459731"/>
        <a:ext cx="310429" cy="3866"/>
      </dsp:txXfrm>
    </dsp:sp>
    <dsp:sp modelId="{F3B7992D-94D4-4CE9-A637-5C84AC2D881A}">
      <dsp:nvSpPr>
        <dsp:cNvPr id="0" name=""/>
        <dsp:cNvSpPr/>
      </dsp:nvSpPr>
      <dsp:spPr>
        <a:xfrm>
          <a:off x="6201992" y="278073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1276778"/>
                <a:satOff val="-1592"/>
                <a:lumOff val="37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276778"/>
                <a:satOff val="-1592"/>
                <a:lumOff val="37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Caregivers / Family Members:</a:t>
          </a:r>
          <a:r>
            <a:rPr lang="en-US" sz="1200" kern="1200"/>
            <a:t> Receive alerts and monitor patient movement patterns remotely.</a:t>
          </a:r>
        </a:p>
      </dsp:txBody>
      <dsp:txXfrm>
        <a:off x="6201992" y="278073"/>
        <a:ext cx="1679288" cy="1007573"/>
      </dsp:txXfrm>
    </dsp:sp>
    <dsp:sp modelId="{A38435C2-7ABC-444A-A6EA-00C1BC0683AE}">
      <dsp:nvSpPr>
        <dsp:cNvPr id="0" name=""/>
        <dsp:cNvSpPr/>
      </dsp:nvSpPr>
      <dsp:spPr>
        <a:xfrm>
          <a:off x="1682907" y="2129949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51069" y="2173735"/>
        <a:ext cx="19311" cy="3866"/>
      </dsp:txXfrm>
    </dsp:sp>
    <dsp:sp modelId="{7E1C004D-FE74-4E2E-AB81-2FF28C000190}">
      <dsp:nvSpPr>
        <dsp:cNvPr id="0" name=""/>
        <dsp:cNvSpPr/>
      </dsp:nvSpPr>
      <dsp:spPr>
        <a:xfrm>
          <a:off x="5418" y="1671882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1702371"/>
                <a:satOff val="-2123"/>
                <a:lumOff val="49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702371"/>
                <a:satOff val="-2123"/>
                <a:lumOff val="49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Use Cases</a:t>
          </a:r>
          <a:endParaRPr lang="en-US" sz="1200" kern="1200"/>
        </a:p>
      </dsp:txBody>
      <dsp:txXfrm>
        <a:off x="5418" y="1671882"/>
        <a:ext cx="1679288" cy="1007573"/>
      </dsp:txXfrm>
    </dsp:sp>
    <dsp:sp modelId="{DA6369B6-2C8A-402C-BD21-3E12B0B46027}">
      <dsp:nvSpPr>
        <dsp:cNvPr id="0" name=""/>
        <dsp:cNvSpPr/>
      </dsp:nvSpPr>
      <dsp:spPr>
        <a:xfrm>
          <a:off x="3748431" y="2129949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94" y="2173735"/>
        <a:ext cx="19311" cy="3866"/>
      </dsp:txXfrm>
    </dsp:sp>
    <dsp:sp modelId="{56B9AB7B-06DA-4EFD-BD05-F52B524FE913}">
      <dsp:nvSpPr>
        <dsp:cNvPr id="0" name=""/>
        <dsp:cNvSpPr/>
      </dsp:nvSpPr>
      <dsp:spPr>
        <a:xfrm>
          <a:off x="2070943" y="1671882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2127963"/>
                <a:satOff val="-2654"/>
                <a:lumOff val="6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127963"/>
                <a:satOff val="-2654"/>
                <a:lumOff val="6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Home Monitoring:</a:t>
          </a:r>
          <a:r>
            <a:rPr lang="en-US" sz="1200" kern="1200"/>
            <a:t> Continuous tracking of tremor frequency and movement patterns without hospital visits.</a:t>
          </a:r>
        </a:p>
      </dsp:txBody>
      <dsp:txXfrm>
        <a:off x="2070943" y="1671882"/>
        <a:ext cx="1679288" cy="1007573"/>
      </dsp:txXfrm>
    </dsp:sp>
    <dsp:sp modelId="{CF7F1C16-A5B6-4535-91DD-625DECFBC1E0}">
      <dsp:nvSpPr>
        <dsp:cNvPr id="0" name=""/>
        <dsp:cNvSpPr/>
      </dsp:nvSpPr>
      <dsp:spPr>
        <a:xfrm>
          <a:off x="5813956" y="2129949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2118" y="2173735"/>
        <a:ext cx="19311" cy="3866"/>
      </dsp:txXfrm>
    </dsp:sp>
    <dsp:sp modelId="{B3B2FE78-2E76-4339-AB3D-0CBBD54F36FC}">
      <dsp:nvSpPr>
        <dsp:cNvPr id="0" name=""/>
        <dsp:cNvSpPr/>
      </dsp:nvSpPr>
      <dsp:spPr>
        <a:xfrm>
          <a:off x="4136468" y="1671882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2553556"/>
                <a:satOff val="-3185"/>
                <a:lumOff val="7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553556"/>
                <a:satOff val="-3185"/>
                <a:lumOff val="7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Clinical Trials:</a:t>
          </a:r>
          <a:r>
            <a:rPr lang="en-US" sz="1200" kern="1200"/>
            <a:t> Provide standardized, real-time tremor data for research and medication assessment.</a:t>
          </a:r>
        </a:p>
      </dsp:txBody>
      <dsp:txXfrm>
        <a:off x="4136468" y="1671882"/>
        <a:ext cx="1679288" cy="1007573"/>
      </dsp:txXfrm>
    </dsp:sp>
    <dsp:sp modelId="{99D08DBC-481E-4DC4-AF72-6F159AC1BE9B}">
      <dsp:nvSpPr>
        <dsp:cNvPr id="0" name=""/>
        <dsp:cNvSpPr/>
      </dsp:nvSpPr>
      <dsp:spPr>
        <a:xfrm>
          <a:off x="845062" y="2677655"/>
          <a:ext cx="6196574" cy="355636"/>
        </a:xfrm>
        <a:custGeom>
          <a:avLst/>
          <a:gdLst/>
          <a:ahLst/>
          <a:cxnLst/>
          <a:rect l="0" t="0" r="0" b="0"/>
          <a:pathLst>
            <a:path>
              <a:moveTo>
                <a:pt x="6196574" y="0"/>
              </a:moveTo>
              <a:lnTo>
                <a:pt x="6196574" y="194918"/>
              </a:lnTo>
              <a:lnTo>
                <a:pt x="0" y="194918"/>
              </a:lnTo>
              <a:lnTo>
                <a:pt x="0" y="355636"/>
              </a:lnTo>
            </a:path>
          </a:pathLst>
        </a:custGeom>
        <a:noFill/>
        <a:ln w="9525" cap="flat" cmpd="sng" algn="ctr">
          <a:solidFill>
            <a:schemeClr val="accent2">
              <a:hueOff val="3277063"/>
              <a:satOff val="-4087"/>
              <a:lumOff val="96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8135" y="2853540"/>
        <a:ext cx="310429" cy="3866"/>
      </dsp:txXfrm>
    </dsp:sp>
    <dsp:sp modelId="{E79D7302-D63E-4E20-8DAD-3BBE0C242C1A}">
      <dsp:nvSpPr>
        <dsp:cNvPr id="0" name=""/>
        <dsp:cNvSpPr/>
      </dsp:nvSpPr>
      <dsp:spPr>
        <a:xfrm>
          <a:off x="6201992" y="1671882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2979148"/>
                <a:satOff val="-3716"/>
                <a:lumOff val="87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979148"/>
                <a:satOff val="-3716"/>
                <a:lumOff val="87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Early Screening:</a:t>
          </a:r>
          <a:r>
            <a:rPr lang="en-US" sz="1200" kern="1200"/>
            <a:t> Detect subtle tremors in at-risk populations before clinical diagnosis.</a:t>
          </a:r>
        </a:p>
      </dsp:txBody>
      <dsp:txXfrm>
        <a:off x="6201992" y="1671882"/>
        <a:ext cx="1679288" cy="1007573"/>
      </dsp:txXfrm>
    </dsp:sp>
    <dsp:sp modelId="{65ED4DB2-032E-4138-876D-FCCBBD469B34}">
      <dsp:nvSpPr>
        <dsp:cNvPr id="0" name=""/>
        <dsp:cNvSpPr/>
      </dsp:nvSpPr>
      <dsp:spPr>
        <a:xfrm>
          <a:off x="1682907" y="3523758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51069" y="3567545"/>
        <a:ext cx="19311" cy="3866"/>
      </dsp:txXfrm>
    </dsp:sp>
    <dsp:sp modelId="{AD8104F3-B639-4D86-9F9B-01B10F87C3AE}">
      <dsp:nvSpPr>
        <dsp:cNvPr id="0" name=""/>
        <dsp:cNvSpPr/>
      </dsp:nvSpPr>
      <dsp:spPr>
        <a:xfrm>
          <a:off x="5418" y="3065691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3404741"/>
                <a:satOff val="-4247"/>
                <a:lumOff val="99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404741"/>
                <a:satOff val="-4247"/>
                <a:lumOff val="99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Deployment Options</a:t>
          </a:r>
          <a:endParaRPr lang="en-US" sz="1200" kern="1200"/>
        </a:p>
      </dsp:txBody>
      <dsp:txXfrm>
        <a:off x="5418" y="3065691"/>
        <a:ext cx="1679288" cy="1007573"/>
      </dsp:txXfrm>
    </dsp:sp>
    <dsp:sp modelId="{45923299-F7EC-405D-96F7-D9D2C329AE2F}">
      <dsp:nvSpPr>
        <dsp:cNvPr id="0" name=""/>
        <dsp:cNvSpPr/>
      </dsp:nvSpPr>
      <dsp:spPr>
        <a:xfrm>
          <a:off x="3748431" y="3523758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4213367"/>
              <a:satOff val="-5255"/>
              <a:lumOff val="123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94" y="3567545"/>
        <a:ext cx="19311" cy="3866"/>
      </dsp:txXfrm>
    </dsp:sp>
    <dsp:sp modelId="{27A00E08-B720-4EF3-A9A6-665E97A77856}">
      <dsp:nvSpPr>
        <dsp:cNvPr id="0" name=""/>
        <dsp:cNvSpPr/>
      </dsp:nvSpPr>
      <dsp:spPr>
        <a:xfrm>
          <a:off x="2070943" y="3065691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3830334"/>
                <a:satOff val="-4777"/>
                <a:lumOff val="112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830334"/>
                <a:satOff val="-4777"/>
                <a:lumOff val="112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Phone App:</a:t>
          </a:r>
          <a:r>
            <a:rPr lang="en-US" sz="1200" kern="1200"/>
            <a:t> Collect IMU data, run Edge ML models, and visualize tremor analysis.</a:t>
          </a:r>
        </a:p>
      </dsp:txBody>
      <dsp:txXfrm>
        <a:off x="2070943" y="3065691"/>
        <a:ext cx="1679288" cy="1007573"/>
      </dsp:txXfrm>
    </dsp:sp>
    <dsp:sp modelId="{53A510A2-3EA4-4D14-BB12-0A653081D8AC}">
      <dsp:nvSpPr>
        <dsp:cNvPr id="0" name=""/>
        <dsp:cNvSpPr/>
      </dsp:nvSpPr>
      <dsp:spPr>
        <a:xfrm>
          <a:off x="5813956" y="3523758"/>
          <a:ext cx="3556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63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2118" y="3567545"/>
        <a:ext cx="19311" cy="3866"/>
      </dsp:txXfrm>
    </dsp:sp>
    <dsp:sp modelId="{C0AA16F8-AB04-4D77-9366-23CC9281B9D5}">
      <dsp:nvSpPr>
        <dsp:cNvPr id="0" name=""/>
        <dsp:cNvSpPr/>
      </dsp:nvSpPr>
      <dsp:spPr>
        <a:xfrm>
          <a:off x="4136468" y="3065691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4255926"/>
                <a:satOff val="-5308"/>
                <a:lumOff val="124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255926"/>
                <a:satOff val="-5308"/>
                <a:lumOff val="124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Smartwatch / Wearable Companion:</a:t>
          </a:r>
          <a:r>
            <a:rPr lang="en-US" sz="1200" kern="1200"/>
            <a:t> Lightweight, always-on tremor detection on wrist sensors.</a:t>
          </a:r>
        </a:p>
      </dsp:txBody>
      <dsp:txXfrm>
        <a:off x="4136468" y="3065691"/>
        <a:ext cx="1679288" cy="1007573"/>
      </dsp:txXfrm>
    </dsp:sp>
    <dsp:sp modelId="{6E918587-4FB0-49B5-9E50-8165A6E25E28}">
      <dsp:nvSpPr>
        <dsp:cNvPr id="0" name=""/>
        <dsp:cNvSpPr/>
      </dsp:nvSpPr>
      <dsp:spPr>
        <a:xfrm>
          <a:off x="6201992" y="3065691"/>
          <a:ext cx="1679288" cy="10075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287" tIns="86374" rIns="82287" bIns="8637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Microcontroller / Edge Device:</a:t>
          </a:r>
          <a:r>
            <a:rPr lang="en-US" sz="1200" kern="1200"/>
            <a:t> Offline detection with minimal power and memory consumption for specialized wearable devices.</a:t>
          </a:r>
        </a:p>
      </dsp:txBody>
      <dsp:txXfrm>
        <a:off x="6201992" y="3065691"/>
        <a:ext cx="1679288" cy="1007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5EFEE-F5DC-4162-9E9B-2D737A0FD7A6}">
      <dsp:nvSpPr>
        <dsp:cNvPr id="0" name=""/>
        <dsp:cNvSpPr/>
      </dsp:nvSpPr>
      <dsp:spPr>
        <a:xfrm>
          <a:off x="717495" y="135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1. Windowing &amp; Segmentation</a:t>
          </a:r>
          <a:endParaRPr lang="en-US" sz="800" kern="1200"/>
        </a:p>
      </dsp:txBody>
      <dsp:txXfrm>
        <a:off x="717495" y="135"/>
        <a:ext cx="1327450" cy="796470"/>
      </dsp:txXfrm>
    </dsp:sp>
    <dsp:sp modelId="{73DDB2DF-914D-4226-A64E-390CC938454D}">
      <dsp:nvSpPr>
        <dsp:cNvPr id="0" name=""/>
        <dsp:cNvSpPr/>
      </dsp:nvSpPr>
      <dsp:spPr>
        <a:xfrm>
          <a:off x="2177691" y="135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Raw IMU signals (Accelerometer + Gyroscope) are segmented into:</a:t>
          </a:r>
          <a:endParaRPr lang="en-US" sz="800" kern="120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600" b="1" kern="1200"/>
            <a:t>2-second windows</a:t>
          </a:r>
          <a:r>
            <a:rPr lang="en-IN" sz="600" kern="1200"/>
            <a:t> (preferred)</a:t>
          </a:r>
          <a:endParaRPr lang="en-US" sz="600" kern="120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600" kern="1200"/>
            <a:t>Optional: </a:t>
          </a:r>
          <a:r>
            <a:rPr lang="en-IN" sz="600" b="1" kern="1200"/>
            <a:t>1-second windows with 50% overlap</a:t>
          </a:r>
          <a:endParaRPr lang="en-US" sz="600" kern="1200"/>
        </a:p>
      </dsp:txBody>
      <dsp:txXfrm>
        <a:off x="2177691" y="135"/>
        <a:ext cx="1327450" cy="796470"/>
      </dsp:txXfrm>
    </dsp:sp>
    <dsp:sp modelId="{28B4CD58-B579-4AD2-A09E-B2C556B2F3E9}">
      <dsp:nvSpPr>
        <dsp:cNvPr id="0" name=""/>
        <dsp:cNvSpPr/>
      </dsp:nvSpPr>
      <dsp:spPr>
        <a:xfrm>
          <a:off x="3637887" y="135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Ensures stable frequency-based analysis of tremor (4–6 Hz)</a:t>
          </a:r>
          <a:endParaRPr lang="en-US" sz="800" kern="1200" dirty="0"/>
        </a:p>
      </dsp:txBody>
      <dsp:txXfrm>
        <a:off x="3637887" y="135"/>
        <a:ext cx="1327450" cy="796470"/>
      </dsp:txXfrm>
    </dsp:sp>
    <dsp:sp modelId="{FC3F7A14-C64E-4B52-8A75-D1D216F73117}">
      <dsp:nvSpPr>
        <dsp:cNvPr id="0" name=""/>
        <dsp:cNvSpPr/>
      </dsp:nvSpPr>
      <dsp:spPr>
        <a:xfrm>
          <a:off x="5098083" y="135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2. Filtering</a:t>
          </a:r>
          <a:endParaRPr lang="en-US" sz="800" kern="1200"/>
        </a:p>
      </dsp:txBody>
      <dsp:txXfrm>
        <a:off x="5098083" y="135"/>
        <a:ext cx="1327450" cy="796470"/>
      </dsp:txXfrm>
    </dsp:sp>
    <dsp:sp modelId="{480B28F8-9335-469B-A53A-B34DAA228237}">
      <dsp:nvSpPr>
        <dsp:cNvPr id="0" name=""/>
        <dsp:cNvSpPr/>
      </dsp:nvSpPr>
      <dsp:spPr>
        <a:xfrm>
          <a:off x="6558279" y="135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Apply basic preprocessing:</a:t>
          </a:r>
          <a:endParaRPr lang="en-US" sz="800" kern="1200" dirty="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600" b="1" kern="1200"/>
            <a:t>Noise reduction</a:t>
          </a:r>
          <a:r>
            <a:rPr lang="en-IN" sz="600" kern="1200"/>
            <a:t> (high-pass/low-pass filtering depending on sensor noise)</a:t>
          </a:r>
          <a:endParaRPr lang="en-US" sz="600" kern="120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600" kern="1200"/>
            <a:t>Remove gravitational component if needed (acc Z-axis)</a:t>
          </a:r>
          <a:endParaRPr lang="en-US" sz="600" kern="1200"/>
        </a:p>
      </dsp:txBody>
      <dsp:txXfrm>
        <a:off x="6558279" y="135"/>
        <a:ext cx="1327450" cy="796470"/>
      </dsp:txXfrm>
    </dsp:sp>
    <dsp:sp modelId="{7BFC0C80-F3EB-433F-BCCD-0784A3E3DEFE}">
      <dsp:nvSpPr>
        <dsp:cNvPr id="0" name=""/>
        <dsp:cNvSpPr/>
      </dsp:nvSpPr>
      <dsp:spPr>
        <a:xfrm>
          <a:off x="717495" y="929351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Goal: isolate </a:t>
          </a:r>
          <a:r>
            <a:rPr lang="en-IN" sz="800" b="1" kern="1200" dirty="0"/>
            <a:t>real tremor patterns</a:t>
          </a:r>
          <a:r>
            <a:rPr lang="en-IN" sz="800" kern="1200" dirty="0"/>
            <a:t> from noise or normal movement</a:t>
          </a:r>
          <a:endParaRPr lang="en-US" sz="800" kern="1200" dirty="0"/>
        </a:p>
      </dsp:txBody>
      <dsp:txXfrm>
        <a:off x="717495" y="929351"/>
        <a:ext cx="1327450" cy="796470"/>
      </dsp:txXfrm>
    </dsp:sp>
    <dsp:sp modelId="{DE30E288-1948-4C35-B5E5-DDAA7C3EFAF8}">
      <dsp:nvSpPr>
        <dsp:cNvPr id="0" name=""/>
        <dsp:cNvSpPr/>
      </dsp:nvSpPr>
      <dsp:spPr>
        <a:xfrm>
          <a:off x="2177691" y="929351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3. Feature Extraction (DSP Block in Edge Impulse)</a:t>
          </a:r>
          <a:endParaRPr lang="en-US" sz="800" kern="1200"/>
        </a:p>
      </dsp:txBody>
      <dsp:txXfrm>
        <a:off x="2177691" y="929351"/>
        <a:ext cx="1327450" cy="796470"/>
      </dsp:txXfrm>
    </dsp:sp>
    <dsp:sp modelId="{1241C88E-47CE-4AD6-B447-1EA8B950AA3A}">
      <dsp:nvSpPr>
        <dsp:cNvPr id="0" name=""/>
        <dsp:cNvSpPr/>
      </dsp:nvSpPr>
      <dsp:spPr>
        <a:xfrm>
          <a:off x="3637887" y="929351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You can choose between:</a:t>
          </a:r>
          <a:endParaRPr lang="en-US" sz="800" kern="1200"/>
        </a:p>
      </dsp:txBody>
      <dsp:txXfrm>
        <a:off x="3637887" y="929351"/>
        <a:ext cx="1327450" cy="796470"/>
      </dsp:txXfrm>
    </dsp:sp>
    <dsp:sp modelId="{23FC22C7-017F-4D34-AFB3-8AAA42648696}">
      <dsp:nvSpPr>
        <dsp:cNvPr id="0" name=""/>
        <dsp:cNvSpPr/>
      </dsp:nvSpPr>
      <dsp:spPr>
        <a:xfrm>
          <a:off x="5098083" y="929351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A) Spectrogram (Recommended)</a:t>
          </a:r>
          <a:endParaRPr lang="en-US" sz="800" kern="1200"/>
        </a:p>
      </dsp:txBody>
      <dsp:txXfrm>
        <a:off x="5098083" y="929351"/>
        <a:ext cx="1327450" cy="796470"/>
      </dsp:txXfrm>
    </dsp:sp>
    <dsp:sp modelId="{C33F058B-F125-46E9-9E98-5E92E8DFAA6E}">
      <dsp:nvSpPr>
        <dsp:cNvPr id="0" name=""/>
        <dsp:cNvSpPr/>
      </dsp:nvSpPr>
      <dsp:spPr>
        <a:xfrm>
          <a:off x="6558279" y="929351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Converts IMU data into </a:t>
          </a:r>
          <a:r>
            <a:rPr lang="en-IN" sz="800" b="1" kern="1200" dirty="0"/>
            <a:t>time–frequency representation</a:t>
          </a:r>
          <a:endParaRPr lang="en-US" sz="800" kern="1200" dirty="0"/>
        </a:p>
      </dsp:txBody>
      <dsp:txXfrm>
        <a:off x="6558279" y="929351"/>
        <a:ext cx="1327450" cy="796470"/>
      </dsp:txXfrm>
    </dsp:sp>
    <dsp:sp modelId="{B9C73B97-8164-42CE-B2AB-FCA6BD83CAE7}">
      <dsp:nvSpPr>
        <dsp:cNvPr id="0" name=""/>
        <dsp:cNvSpPr/>
      </dsp:nvSpPr>
      <dsp:spPr>
        <a:xfrm>
          <a:off x="717495" y="1858566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Ideal for identifying tremor frequency bands (4–6 Hz)</a:t>
          </a:r>
          <a:endParaRPr lang="en-US" sz="800" kern="1200" dirty="0"/>
        </a:p>
      </dsp:txBody>
      <dsp:txXfrm>
        <a:off x="717495" y="1858566"/>
        <a:ext cx="1327450" cy="796470"/>
      </dsp:txXfrm>
    </dsp:sp>
    <dsp:sp modelId="{7A0B1A9F-3E0B-4FC3-8303-DBEFA78359F2}">
      <dsp:nvSpPr>
        <dsp:cNvPr id="0" name=""/>
        <dsp:cNvSpPr/>
      </dsp:nvSpPr>
      <dsp:spPr>
        <a:xfrm>
          <a:off x="2177691" y="1858566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Produces stable inputs for neural networks</a:t>
          </a:r>
          <a:endParaRPr lang="en-US" sz="800" kern="1200" dirty="0"/>
        </a:p>
      </dsp:txBody>
      <dsp:txXfrm>
        <a:off x="2177691" y="1858566"/>
        <a:ext cx="1327450" cy="796470"/>
      </dsp:txXfrm>
    </dsp:sp>
    <dsp:sp modelId="{AC8F8F95-C9C2-4EEA-9AF3-9F7A76E88895}">
      <dsp:nvSpPr>
        <dsp:cNvPr id="0" name=""/>
        <dsp:cNvSpPr/>
      </dsp:nvSpPr>
      <dsp:spPr>
        <a:xfrm>
          <a:off x="3637887" y="1858566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B) Raw Data</a:t>
          </a:r>
          <a:endParaRPr lang="en-US" sz="800" kern="1200"/>
        </a:p>
      </dsp:txBody>
      <dsp:txXfrm>
        <a:off x="3637887" y="1858566"/>
        <a:ext cx="1327450" cy="796470"/>
      </dsp:txXfrm>
    </dsp:sp>
    <dsp:sp modelId="{168C4074-C35B-4F3A-939E-DA1595E250BC}">
      <dsp:nvSpPr>
        <dsp:cNvPr id="0" name=""/>
        <dsp:cNvSpPr/>
      </dsp:nvSpPr>
      <dsp:spPr>
        <a:xfrm>
          <a:off x="5098083" y="1858566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No feature extraction → raw accelerometer + gyroscope values</a:t>
          </a:r>
          <a:endParaRPr lang="en-US" sz="800" kern="1200"/>
        </a:p>
      </dsp:txBody>
      <dsp:txXfrm>
        <a:off x="5098083" y="1858566"/>
        <a:ext cx="1327450" cy="796470"/>
      </dsp:txXfrm>
    </dsp:sp>
    <dsp:sp modelId="{BEC0AA5F-2D84-4592-B5F4-45F248BFA6B0}">
      <dsp:nvSpPr>
        <dsp:cNvPr id="0" name=""/>
        <dsp:cNvSpPr/>
      </dsp:nvSpPr>
      <dsp:spPr>
        <a:xfrm>
          <a:off x="6558279" y="1858566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Lets a deep learning model </a:t>
          </a:r>
          <a:r>
            <a:rPr lang="en-IN" sz="800" b="1" kern="1200" dirty="0"/>
            <a:t>learn its own features</a:t>
          </a:r>
          <a:endParaRPr lang="en-US" sz="800" kern="1200" dirty="0"/>
        </a:p>
      </dsp:txBody>
      <dsp:txXfrm>
        <a:off x="6558279" y="1858566"/>
        <a:ext cx="1327450" cy="796470"/>
      </dsp:txXfrm>
    </dsp:sp>
    <dsp:sp modelId="{6A79E56E-82A5-4C8C-BBBA-7777CC871BE8}">
      <dsp:nvSpPr>
        <dsp:cNvPr id="0" name=""/>
        <dsp:cNvSpPr/>
      </dsp:nvSpPr>
      <dsp:spPr>
        <a:xfrm>
          <a:off x="717495" y="2787782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Works best with CNN/LSTM architectures</a:t>
          </a:r>
          <a:endParaRPr lang="en-US" sz="800" kern="1200" dirty="0"/>
        </a:p>
      </dsp:txBody>
      <dsp:txXfrm>
        <a:off x="717495" y="2787782"/>
        <a:ext cx="1327450" cy="796470"/>
      </dsp:txXfrm>
    </dsp:sp>
    <dsp:sp modelId="{E0414326-06DC-4034-9106-8FF3013107DE}">
      <dsp:nvSpPr>
        <dsp:cNvPr id="0" name=""/>
        <dsp:cNvSpPr/>
      </dsp:nvSpPr>
      <dsp:spPr>
        <a:xfrm>
          <a:off x="2177691" y="2787782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C) MFE (Mel </a:t>
          </a:r>
          <a:r>
            <a:rPr lang="en-IN" sz="800" b="1" kern="1200" dirty="0" err="1"/>
            <a:t>Filterbank</a:t>
          </a:r>
          <a:r>
            <a:rPr lang="en-IN" sz="800" b="1" kern="1200" dirty="0"/>
            <a:t> Energy — optional)</a:t>
          </a:r>
          <a:endParaRPr lang="en-US" sz="800" kern="1200" dirty="0"/>
        </a:p>
      </dsp:txBody>
      <dsp:txXfrm>
        <a:off x="2177691" y="2787782"/>
        <a:ext cx="1327450" cy="796470"/>
      </dsp:txXfrm>
    </dsp:sp>
    <dsp:sp modelId="{1CD54CF0-6FAA-4ACA-B84A-16756805C9BD}">
      <dsp:nvSpPr>
        <dsp:cNvPr id="0" name=""/>
        <dsp:cNvSpPr/>
      </dsp:nvSpPr>
      <dsp:spPr>
        <a:xfrm>
          <a:off x="3637887" y="2787782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Inspired by audio processing</a:t>
          </a:r>
          <a:endParaRPr lang="en-US" sz="800" kern="1200"/>
        </a:p>
      </dsp:txBody>
      <dsp:txXfrm>
        <a:off x="3637887" y="2787782"/>
        <a:ext cx="1327450" cy="796470"/>
      </dsp:txXfrm>
    </dsp:sp>
    <dsp:sp modelId="{219627BB-7EBE-4EE8-B4AD-CE47F687BB09}">
      <dsp:nvSpPr>
        <dsp:cNvPr id="0" name=""/>
        <dsp:cNvSpPr/>
      </dsp:nvSpPr>
      <dsp:spPr>
        <a:xfrm>
          <a:off x="5098083" y="2787782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Works if tremors show distinct harmonic patterns</a:t>
          </a:r>
          <a:endParaRPr lang="en-US" sz="800" kern="1200"/>
        </a:p>
      </dsp:txBody>
      <dsp:txXfrm>
        <a:off x="5098083" y="2787782"/>
        <a:ext cx="1327450" cy="796470"/>
      </dsp:txXfrm>
    </dsp:sp>
    <dsp:sp modelId="{92DF1162-0EAD-49ED-A4F4-CA0E942B0BF4}">
      <dsp:nvSpPr>
        <dsp:cNvPr id="0" name=""/>
        <dsp:cNvSpPr/>
      </dsp:nvSpPr>
      <dsp:spPr>
        <a:xfrm>
          <a:off x="6558279" y="2787782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Useful when treating motion signals like audio vibrations</a:t>
          </a:r>
          <a:endParaRPr lang="en-US" sz="800" kern="1200"/>
        </a:p>
      </dsp:txBody>
      <dsp:txXfrm>
        <a:off x="6558279" y="2787782"/>
        <a:ext cx="1327450" cy="796470"/>
      </dsp:txXfrm>
    </dsp:sp>
    <dsp:sp modelId="{EEEFE12A-5E12-463E-946D-1B32522655D6}">
      <dsp:nvSpPr>
        <dsp:cNvPr id="0" name=""/>
        <dsp:cNvSpPr/>
      </dsp:nvSpPr>
      <dsp:spPr>
        <a:xfrm>
          <a:off x="717495" y="3716998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4. Why These Features Work</a:t>
          </a:r>
          <a:endParaRPr lang="en-US" sz="800" kern="1200"/>
        </a:p>
      </dsp:txBody>
      <dsp:txXfrm>
        <a:off x="717495" y="3716998"/>
        <a:ext cx="1327450" cy="796470"/>
      </dsp:txXfrm>
    </dsp:sp>
    <dsp:sp modelId="{7A086C41-147D-4514-AFDF-C1A1043265D6}">
      <dsp:nvSpPr>
        <dsp:cNvPr id="0" name=""/>
        <dsp:cNvSpPr/>
      </dsp:nvSpPr>
      <dsp:spPr>
        <a:xfrm>
          <a:off x="2177691" y="3716998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Parkinson’s </a:t>
          </a:r>
          <a:r>
            <a:rPr lang="en-IN" sz="800" b="1" kern="1200"/>
            <a:t>rest tremor occurs at 4–6 Hz</a:t>
          </a:r>
          <a:r>
            <a:rPr lang="en-IN" sz="800" kern="1200"/>
            <a:t> → frequency-based features capture this clearly</a:t>
          </a:r>
          <a:endParaRPr lang="en-US" sz="800" kern="1200"/>
        </a:p>
      </dsp:txBody>
      <dsp:txXfrm>
        <a:off x="2177691" y="3716998"/>
        <a:ext cx="1327450" cy="796470"/>
      </dsp:txXfrm>
    </dsp:sp>
    <dsp:sp modelId="{EFC3E2C5-FE49-407F-9173-159D6B660E18}">
      <dsp:nvSpPr>
        <dsp:cNvPr id="0" name=""/>
        <dsp:cNvSpPr/>
      </dsp:nvSpPr>
      <dsp:spPr>
        <a:xfrm>
          <a:off x="3637887" y="3716998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Spectrograms make tremor patterns </a:t>
          </a:r>
          <a:r>
            <a:rPr lang="en-IN" sz="800" b="1" kern="1200"/>
            <a:t>visually separable</a:t>
          </a:r>
          <a:endParaRPr lang="en-US" sz="800" kern="1200"/>
        </a:p>
      </dsp:txBody>
      <dsp:txXfrm>
        <a:off x="3637887" y="3716998"/>
        <a:ext cx="1327450" cy="796470"/>
      </dsp:txXfrm>
    </dsp:sp>
    <dsp:sp modelId="{8BE23916-A8BF-4B48-B7E1-81FCCD05CD46}">
      <dsp:nvSpPr>
        <dsp:cNvPr id="0" name=""/>
        <dsp:cNvSpPr/>
      </dsp:nvSpPr>
      <dsp:spPr>
        <a:xfrm>
          <a:off x="5098083" y="3716998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Raw data allows models to detect </a:t>
          </a:r>
          <a:r>
            <a:rPr lang="en-IN" sz="800" b="1" kern="1200"/>
            <a:t>subtle micro-movements</a:t>
          </a:r>
          <a:endParaRPr lang="en-US" sz="800" kern="1200"/>
        </a:p>
      </dsp:txBody>
      <dsp:txXfrm>
        <a:off x="5098083" y="3716998"/>
        <a:ext cx="1327450" cy="796470"/>
      </dsp:txXfrm>
    </dsp:sp>
    <dsp:sp modelId="{ECC922E8-5978-48A5-9FD0-58359FA9C867}">
      <dsp:nvSpPr>
        <dsp:cNvPr id="0" name=""/>
        <dsp:cNvSpPr/>
      </dsp:nvSpPr>
      <dsp:spPr>
        <a:xfrm>
          <a:off x="6558279" y="3716998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Filtering reduces false positives from everyday activities</a:t>
          </a:r>
          <a:endParaRPr lang="en-US" sz="800" kern="1200"/>
        </a:p>
      </dsp:txBody>
      <dsp:txXfrm>
        <a:off x="6558279" y="3716998"/>
        <a:ext cx="1327450" cy="796470"/>
      </dsp:txXfrm>
    </dsp:sp>
    <dsp:sp modelId="{922D3B7D-1986-417B-8737-005371FC791F}">
      <dsp:nvSpPr>
        <dsp:cNvPr id="0" name=""/>
        <dsp:cNvSpPr/>
      </dsp:nvSpPr>
      <dsp:spPr>
        <a:xfrm>
          <a:off x="1447593" y="4646213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5. Edge Impulse Configuration</a:t>
          </a:r>
          <a:endParaRPr lang="en-US" sz="800" kern="1200"/>
        </a:p>
      </dsp:txBody>
      <dsp:txXfrm>
        <a:off x="1447593" y="4646213"/>
        <a:ext cx="1327450" cy="796470"/>
      </dsp:txXfrm>
    </dsp:sp>
    <dsp:sp modelId="{FE33802F-FE26-4BA0-960F-4C5AAC1A9C6A}">
      <dsp:nvSpPr>
        <dsp:cNvPr id="0" name=""/>
        <dsp:cNvSpPr/>
      </dsp:nvSpPr>
      <dsp:spPr>
        <a:xfrm>
          <a:off x="2907789" y="4646213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Select DSP block → </a:t>
          </a:r>
          <a:r>
            <a:rPr lang="en-IN" sz="800" b="1" kern="1200"/>
            <a:t>Spectrogram / Raw Data</a:t>
          </a:r>
          <a:endParaRPr lang="en-US" sz="800" kern="1200"/>
        </a:p>
      </dsp:txBody>
      <dsp:txXfrm>
        <a:off x="2907789" y="4646213"/>
        <a:ext cx="1327450" cy="796470"/>
      </dsp:txXfrm>
    </dsp:sp>
    <dsp:sp modelId="{7830D2B9-BCCC-4A57-AF5D-0D98ECA6D621}">
      <dsp:nvSpPr>
        <dsp:cNvPr id="0" name=""/>
        <dsp:cNvSpPr/>
      </dsp:nvSpPr>
      <dsp:spPr>
        <a:xfrm>
          <a:off x="4367985" y="4646213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Set:</a:t>
          </a:r>
          <a:endParaRPr lang="en-US" sz="800" kern="120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600" b="1" kern="1200"/>
            <a:t>Window size = 2000 ms</a:t>
          </a:r>
          <a:endParaRPr lang="en-US" sz="600" kern="120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600" b="1" kern="1200"/>
            <a:t>Frame length = 100 ms</a:t>
          </a:r>
          <a:endParaRPr lang="en-US" sz="600" kern="1200"/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600" b="1" kern="1200"/>
            <a:t>Sampling rate = 100 Hz</a:t>
          </a:r>
          <a:endParaRPr lang="en-US" sz="600" kern="1200"/>
        </a:p>
      </dsp:txBody>
      <dsp:txXfrm>
        <a:off x="4367985" y="4646213"/>
        <a:ext cx="1327450" cy="796470"/>
      </dsp:txXfrm>
    </dsp:sp>
    <dsp:sp modelId="{7E2ABECC-BB4F-48AA-8E33-BF2A6AB6926D}">
      <dsp:nvSpPr>
        <dsp:cNvPr id="0" name=""/>
        <dsp:cNvSpPr/>
      </dsp:nvSpPr>
      <dsp:spPr>
        <a:xfrm>
          <a:off x="5828181" y="4646213"/>
          <a:ext cx="1327450" cy="796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Validate visually using “</a:t>
          </a:r>
          <a:r>
            <a:rPr lang="en-IN" sz="800" b="1" kern="1200"/>
            <a:t>Feature Explorer</a:t>
          </a:r>
          <a:r>
            <a:rPr lang="en-IN" sz="800" kern="1200"/>
            <a:t>” to confirm class separation</a:t>
          </a:r>
          <a:endParaRPr lang="en-US" sz="800" kern="1200"/>
        </a:p>
      </dsp:txBody>
      <dsp:txXfrm>
        <a:off x="5828181" y="4646213"/>
        <a:ext cx="1327450" cy="796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CF392-34AA-4059-99A4-9C1A15214D70}">
      <dsp:nvSpPr>
        <dsp:cNvPr id="0" name=""/>
        <dsp:cNvSpPr/>
      </dsp:nvSpPr>
      <dsp:spPr>
        <a:xfrm>
          <a:off x="0" y="1633182"/>
          <a:ext cx="1562538" cy="218755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22" tIns="330200" rIns="12182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EON Tuner to find balanced models with low RAM/Flash</a:t>
          </a:r>
        </a:p>
      </dsp:txBody>
      <dsp:txXfrm>
        <a:off x="0" y="2464453"/>
        <a:ext cx="1562538" cy="1312532"/>
      </dsp:txXfrm>
    </dsp:sp>
    <dsp:sp modelId="{2C9106EF-9A8F-464B-9F27-128944228CE2}">
      <dsp:nvSpPr>
        <dsp:cNvPr id="0" name=""/>
        <dsp:cNvSpPr/>
      </dsp:nvSpPr>
      <dsp:spPr>
        <a:xfrm>
          <a:off x="453136" y="1851938"/>
          <a:ext cx="656266" cy="65626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1165" tIns="12700" rIns="51165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</a:t>
          </a:r>
        </a:p>
      </dsp:txBody>
      <dsp:txXfrm>
        <a:off x="549244" y="1948046"/>
        <a:ext cx="464050" cy="464050"/>
      </dsp:txXfrm>
    </dsp:sp>
    <dsp:sp modelId="{3E519A73-6ED3-4C56-93DC-237B28BC3C56}">
      <dsp:nvSpPr>
        <dsp:cNvPr id="0" name=""/>
        <dsp:cNvSpPr/>
      </dsp:nvSpPr>
      <dsp:spPr>
        <a:xfrm>
          <a:off x="0" y="3820665"/>
          <a:ext cx="1562538" cy="72"/>
        </a:xfrm>
        <a:prstGeom prst="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1CA05F-FF29-49EA-B655-EB0D54812E67}">
      <dsp:nvSpPr>
        <dsp:cNvPr id="0" name=""/>
        <dsp:cNvSpPr/>
      </dsp:nvSpPr>
      <dsp:spPr>
        <a:xfrm>
          <a:off x="1718792" y="1633182"/>
          <a:ext cx="1562538" cy="2187554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22" tIns="330200" rIns="12182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Quantize model to int8 / TFLite for microcontrollers</a:t>
          </a:r>
        </a:p>
      </dsp:txBody>
      <dsp:txXfrm>
        <a:off x="1718792" y="2464453"/>
        <a:ext cx="1562538" cy="1312532"/>
      </dsp:txXfrm>
    </dsp:sp>
    <dsp:sp modelId="{8A8466C3-75F2-4FAD-86CB-886738727483}">
      <dsp:nvSpPr>
        <dsp:cNvPr id="0" name=""/>
        <dsp:cNvSpPr/>
      </dsp:nvSpPr>
      <dsp:spPr>
        <a:xfrm>
          <a:off x="2171928" y="1851938"/>
          <a:ext cx="656266" cy="656266"/>
        </a:xfrm>
        <a:prstGeom prst="ellipse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1165" tIns="12700" rIns="51165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</a:t>
          </a:r>
        </a:p>
      </dsp:txBody>
      <dsp:txXfrm>
        <a:off x="2268036" y="1948046"/>
        <a:ext cx="464050" cy="464050"/>
      </dsp:txXfrm>
    </dsp:sp>
    <dsp:sp modelId="{B572B30F-D16E-479E-A9BB-6DA7A652F87D}">
      <dsp:nvSpPr>
        <dsp:cNvPr id="0" name=""/>
        <dsp:cNvSpPr/>
      </dsp:nvSpPr>
      <dsp:spPr>
        <a:xfrm>
          <a:off x="1718792" y="3820665"/>
          <a:ext cx="1562538" cy="72"/>
        </a:xfrm>
        <a:prstGeom prst="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13FD1A-0C4C-430C-80EE-3FF3D8B38E02}">
      <dsp:nvSpPr>
        <dsp:cNvPr id="0" name=""/>
        <dsp:cNvSpPr/>
      </dsp:nvSpPr>
      <dsp:spPr>
        <a:xfrm>
          <a:off x="3437585" y="1633182"/>
          <a:ext cx="1562538" cy="2187554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22" tIns="330200" rIns="12182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Target inference time &lt; 50 ms for responsive alerts</a:t>
          </a:r>
        </a:p>
      </dsp:txBody>
      <dsp:txXfrm>
        <a:off x="3437585" y="2464453"/>
        <a:ext cx="1562538" cy="1312532"/>
      </dsp:txXfrm>
    </dsp:sp>
    <dsp:sp modelId="{CB5BD628-4394-44F0-84C5-21861201E593}">
      <dsp:nvSpPr>
        <dsp:cNvPr id="0" name=""/>
        <dsp:cNvSpPr/>
      </dsp:nvSpPr>
      <dsp:spPr>
        <a:xfrm>
          <a:off x="3890721" y="1851938"/>
          <a:ext cx="656266" cy="656266"/>
        </a:xfrm>
        <a:prstGeom prst="ellipse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1165" tIns="12700" rIns="51165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</a:t>
          </a:r>
        </a:p>
      </dsp:txBody>
      <dsp:txXfrm>
        <a:off x="3986829" y="1948046"/>
        <a:ext cx="464050" cy="464050"/>
      </dsp:txXfrm>
    </dsp:sp>
    <dsp:sp modelId="{B5F0F40D-7E8B-4D7D-9346-7F28990FE2A6}">
      <dsp:nvSpPr>
        <dsp:cNvPr id="0" name=""/>
        <dsp:cNvSpPr/>
      </dsp:nvSpPr>
      <dsp:spPr>
        <a:xfrm>
          <a:off x="3437585" y="3820665"/>
          <a:ext cx="1562538" cy="72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171A8-6070-40A4-9BFE-4C1804157528}">
      <dsp:nvSpPr>
        <dsp:cNvPr id="0" name=""/>
        <dsp:cNvSpPr/>
      </dsp:nvSpPr>
      <dsp:spPr>
        <a:xfrm>
          <a:off x="962" y="113497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✅ 1. Problem Definition &amp; Objectives</a:t>
          </a:r>
          <a:endParaRPr lang="en-US" sz="900" kern="1200"/>
        </a:p>
      </dsp:txBody>
      <dsp:txXfrm>
        <a:off x="962" y="113497"/>
        <a:ext cx="1213042" cy="727825"/>
      </dsp:txXfrm>
    </dsp:sp>
    <dsp:sp modelId="{22D5F61B-DE74-4A91-9A16-59A1798E6245}">
      <dsp:nvSpPr>
        <dsp:cNvPr id="0" name=""/>
        <dsp:cNvSpPr/>
      </dsp:nvSpPr>
      <dsp:spPr>
        <a:xfrm>
          <a:off x="1335309" y="113497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180058"/>
                <a:satOff val="-225"/>
                <a:lumOff val="5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0058"/>
                <a:satOff val="-225"/>
                <a:lumOff val="5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Clearly stated problem statement</a:t>
          </a:r>
          <a:endParaRPr lang="en-US" sz="900" kern="1200"/>
        </a:p>
      </dsp:txBody>
      <dsp:txXfrm>
        <a:off x="1335309" y="113497"/>
        <a:ext cx="1213042" cy="727825"/>
      </dsp:txXfrm>
    </dsp:sp>
    <dsp:sp modelId="{F1FEA93F-CEED-4525-9B0D-66810A095928}">
      <dsp:nvSpPr>
        <dsp:cNvPr id="0" name=""/>
        <dsp:cNvSpPr/>
      </dsp:nvSpPr>
      <dsp:spPr>
        <a:xfrm>
          <a:off x="2669655" y="113497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360117"/>
                <a:satOff val="-449"/>
                <a:lumOff val="10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60117"/>
                <a:satOff val="-449"/>
                <a:lumOff val="10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Defined project scope and model goals</a:t>
          </a:r>
          <a:endParaRPr lang="en-US" sz="900" kern="1200"/>
        </a:p>
      </dsp:txBody>
      <dsp:txXfrm>
        <a:off x="2669655" y="113497"/>
        <a:ext cx="1213042" cy="727825"/>
      </dsp:txXfrm>
    </dsp:sp>
    <dsp:sp modelId="{984A7A95-AA74-4FD2-81A2-F1859D1FED66}">
      <dsp:nvSpPr>
        <dsp:cNvPr id="0" name=""/>
        <dsp:cNvSpPr/>
      </dsp:nvSpPr>
      <dsp:spPr>
        <a:xfrm>
          <a:off x="4004002" y="113497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540175"/>
                <a:satOff val="-674"/>
                <a:lumOff val="1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40175"/>
                <a:satOff val="-674"/>
                <a:lumOff val="1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Identified target users and application domain</a:t>
          </a:r>
          <a:endParaRPr lang="en-US" sz="900" kern="1200"/>
        </a:p>
      </dsp:txBody>
      <dsp:txXfrm>
        <a:off x="4004002" y="113497"/>
        <a:ext cx="1213042" cy="727825"/>
      </dsp:txXfrm>
    </dsp:sp>
    <dsp:sp modelId="{F175F686-7466-46BB-9223-972D9F61D66D}">
      <dsp:nvSpPr>
        <dsp:cNvPr id="0" name=""/>
        <dsp:cNvSpPr/>
      </dsp:nvSpPr>
      <dsp:spPr>
        <a:xfrm>
          <a:off x="5338348" y="113497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720234"/>
                <a:satOff val="-898"/>
                <a:lumOff val="21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720234"/>
                <a:satOff val="-898"/>
                <a:lumOff val="21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✅ 2. Literature Review / Background Study</a:t>
          </a:r>
          <a:endParaRPr lang="en-US" sz="900" kern="1200"/>
        </a:p>
      </dsp:txBody>
      <dsp:txXfrm>
        <a:off x="5338348" y="113497"/>
        <a:ext cx="1213042" cy="727825"/>
      </dsp:txXfrm>
    </dsp:sp>
    <dsp:sp modelId="{1A027F91-8F2D-404F-B45E-67F8A076F7A4}">
      <dsp:nvSpPr>
        <dsp:cNvPr id="0" name=""/>
        <dsp:cNvSpPr/>
      </dsp:nvSpPr>
      <dsp:spPr>
        <a:xfrm>
          <a:off x="6672695" y="113497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900292"/>
                <a:satOff val="-1123"/>
                <a:lumOff val="26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00292"/>
                <a:satOff val="-1123"/>
                <a:lumOff val="26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Survey of existing solutions or similar models</a:t>
          </a:r>
          <a:endParaRPr lang="en-US" sz="900" kern="1200"/>
        </a:p>
      </dsp:txBody>
      <dsp:txXfrm>
        <a:off x="6672695" y="113497"/>
        <a:ext cx="1213042" cy="727825"/>
      </dsp:txXfrm>
    </dsp:sp>
    <dsp:sp modelId="{D9DAB451-7EFF-4F8D-A361-8893C14EA09E}">
      <dsp:nvSpPr>
        <dsp:cNvPr id="0" name=""/>
        <dsp:cNvSpPr/>
      </dsp:nvSpPr>
      <dsp:spPr>
        <a:xfrm>
          <a:off x="962" y="96262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1080351"/>
                <a:satOff val="-1347"/>
                <a:lumOff val="31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080351"/>
                <a:satOff val="-1347"/>
                <a:lumOff val="31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Documentation of gaps and motivation for the proposed model</a:t>
          </a:r>
          <a:endParaRPr lang="en-US" sz="900" kern="1200"/>
        </a:p>
      </dsp:txBody>
      <dsp:txXfrm>
        <a:off x="962" y="962626"/>
        <a:ext cx="1213042" cy="727825"/>
      </dsp:txXfrm>
    </dsp:sp>
    <dsp:sp modelId="{653039B0-826C-4291-B358-370FF861CB60}">
      <dsp:nvSpPr>
        <dsp:cNvPr id="0" name=""/>
        <dsp:cNvSpPr/>
      </dsp:nvSpPr>
      <dsp:spPr>
        <a:xfrm>
          <a:off x="1335309" y="96262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1260409"/>
                <a:satOff val="-1572"/>
                <a:lumOff val="37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260409"/>
                <a:satOff val="-1572"/>
                <a:lumOff val="37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References to frameworks, papers, or datasets</a:t>
          </a:r>
          <a:endParaRPr lang="en-US" sz="900" kern="1200"/>
        </a:p>
      </dsp:txBody>
      <dsp:txXfrm>
        <a:off x="1335309" y="962626"/>
        <a:ext cx="1213042" cy="727825"/>
      </dsp:txXfrm>
    </dsp:sp>
    <dsp:sp modelId="{8ABAE165-47F9-414D-A454-E4C3B35CCFB1}">
      <dsp:nvSpPr>
        <dsp:cNvPr id="0" name=""/>
        <dsp:cNvSpPr/>
      </dsp:nvSpPr>
      <dsp:spPr>
        <a:xfrm>
          <a:off x="2669655" y="96262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1440467"/>
                <a:satOff val="-1797"/>
                <a:lumOff val="42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440467"/>
                <a:satOff val="-1797"/>
                <a:lumOff val="42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✅ 3. Dataset Collection &amp; Preparation</a:t>
          </a:r>
          <a:endParaRPr lang="en-US" sz="900" kern="1200"/>
        </a:p>
      </dsp:txBody>
      <dsp:txXfrm>
        <a:off x="2669655" y="962626"/>
        <a:ext cx="1213042" cy="727825"/>
      </dsp:txXfrm>
    </dsp:sp>
    <dsp:sp modelId="{03B7B6EF-9391-4542-833F-E0B46C7B20A6}">
      <dsp:nvSpPr>
        <dsp:cNvPr id="0" name=""/>
        <dsp:cNvSpPr/>
      </dsp:nvSpPr>
      <dsp:spPr>
        <a:xfrm>
          <a:off x="4004002" y="96262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1620526"/>
                <a:satOff val="-2021"/>
                <a:lumOff val="4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620526"/>
                <a:satOff val="-2021"/>
                <a:lumOff val="4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Dataset source description</a:t>
          </a:r>
          <a:endParaRPr lang="en-US" sz="900" kern="1200"/>
        </a:p>
      </dsp:txBody>
      <dsp:txXfrm>
        <a:off x="4004002" y="962626"/>
        <a:ext cx="1213042" cy="727825"/>
      </dsp:txXfrm>
    </dsp:sp>
    <dsp:sp modelId="{75103452-1169-4271-976B-720090F7F437}">
      <dsp:nvSpPr>
        <dsp:cNvPr id="0" name=""/>
        <dsp:cNvSpPr/>
      </dsp:nvSpPr>
      <dsp:spPr>
        <a:xfrm>
          <a:off x="5338348" y="96262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1800584"/>
                <a:satOff val="-2246"/>
                <a:lumOff val="5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00584"/>
                <a:satOff val="-2246"/>
                <a:lumOff val="5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Data cleaning, labeling, and preprocessing steps</a:t>
          </a:r>
          <a:endParaRPr lang="en-US" sz="900" kern="1200"/>
        </a:p>
      </dsp:txBody>
      <dsp:txXfrm>
        <a:off x="5338348" y="962626"/>
        <a:ext cx="1213042" cy="727825"/>
      </dsp:txXfrm>
    </dsp:sp>
    <dsp:sp modelId="{BC93BACF-B4FD-479F-AB9A-B7E81669853E}">
      <dsp:nvSpPr>
        <dsp:cNvPr id="0" name=""/>
        <dsp:cNvSpPr/>
      </dsp:nvSpPr>
      <dsp:spPr>
        <a:xfrm>
          <a:off x="6672695" y="96262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1980643"/>
                <a:satOff val="-2470"/>
                <a:lumOff val="58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80643"/>
                <a:satOff val="-2470"/>
                <a:lumOff val="58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Train/validation/test split verification</a:t>
          </a:r>
          <a:endParaRPr lang="en-US" sz="900" kern="1200"/>
        </a:p>
      </dsp:txBody>
      <dsp:txXfrm>
        <a:off x="6672695" y="962626"/>
        <a:ext cx="1213042" cy="727825"/>
      </dsp:txXfrm>
    </dsp:sp>
    <dsp:sp modelId="{7D4B9DF5-0AAE-43B7-B914-8194E6EE50F7}">
      <dsp:nvSpPr>
        <dsp:cNvPr id="0" name=""/>
        <dsp:cNvSpPr/>
      </dsp:nvSpPr>
      <dsp:spPr>
        <a:xfrm>
          <a:off x="962" y="181175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2160701"/>
                <a:satOff val="-2695"/>
                <a:lumOff val="63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160701"/>
                <a:satOff val="-2695"/>
                <a:lumOff val="63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Data augmentation details (if applied)</a:t>
          </a:r>
          <a:endParaRPr lang="en-US" sz="900" kern="1200"/>
        </a:p>
      </dsp:txBody>
      <dsp:txXfrm>
        <a:off x="962" y="1811756"/>
        <a:ext cx="1213042" cy="727825"/>
      </dsp:txXfrm>
    </dsp:sp>
    <dsp:sp modelId="{AFA0F880-59C3-43B0-B81E-DD44E2690356}">
      <dsp:nvSpPr>
        <dsp:cNvPr id="0" name=""/>
        <dsp:cNvSpPr/>
      </dsp:nvSpPr>
      <dsp:spPr>
        <a:xfrm>
          <a:off x="1335309" y="181175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✅ 4. Model Architecture</a:t>
          </a:r>
          <a:endParaRPr lang="en-US" sz="900" kern="1200"/>
        </a:p>
      </dsp:txBody>
      <dsp:txXfrm>
        <a:off x="1335309" y="1811756"/>
        <a:ext cx="1213042" cy="727825"/>
      </dsp:txXfrm>
    </dsp:sp>
    <dsp:sp modelId="{8066C1E6-D77A-42CC-BCD2-5BD53A4B745F}">
      <dsp:nvSpPr>
        <dsp:cNvPr id="0" name=""/>
        <dsp:cNvSpPr/>
      </dsp:nvSpPr>
      <dsp:spPr>
        <a:xfrm>
          <a:off x="2669655" y="181175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2520818"/>
                <a:satOff val="-3144"/>
                <a:lumOff val="73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520818"/>
                <a:satOff val="-3144"/>
                <a:lumOff val="73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Clear diagram of model architecture</a:t>
          </a:r>
          <a:endParaRPr lang="en-US" sz="900" kern="1200"/>
        </a:p>
      </dsp:txBody>
      <dsp:txXfrm>
        <a:off x="2669655" y="1811756"/>
        <a:ext cx="1213042" cy="727825"/>
      </dsp:txXfrm>
    </dsp:sp>
    <dsp:sp modelId="{A0BF1BA5-5CAB-454B-A826-4E4B5CCC94C6}">
      <dsp:nvSpPr>
        <dsp:cNvPr id="0" name=""/>
        <dsp:cNvSpPr/>
      </dsp:nvSpPr>
      <dsp:spPr>
        <a:xfrm>
          <a:off x="4004002" y="181175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2700876"/>
                <a:satOff val="-3369"/>
                <a:lumOff val="79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00876"/>
                <a:satOff val="-3369"/>
                <a:lumOff val="79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Explanation of layers, parameters, and design rationale</a:t>
          </a:r>
          <a:endParaRPr lang="en-US" sz="900" kern="1200"/>
        </a:p>
      </dsp:txBody>
      <dsp:txXfrm>
        <a:off x="4004002" y="1811756"/>
        <a:ext cx="1213042" cy="727825"/>
      </dsp:txXfrm>
    </dsp:sp>
    <dsp:sp modelId="{7300B88A-4094-47DD-B80C-7C42D8991710}">
      <dsp:nvSpPr>
        <dsp:cNvPr id="0" name=""/>
        <dsp:cNvSpPr/>
      </dsp:nvSpPr>
      <dsp:spPr>
        <a:xfrm>
          <a:off x="5338348" y="181175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2880935"/>
                <a:satOff val="-3593"/>
                <a:lumOff val="84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80935"/>
                <a:satOff val="-3593"/>
                <a:lumOff val="84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Hyperparameter list (learning rate, batch size, epochs, optimizer, etc.)</a:t>
          </a:r>
          <a:endParaRPr lang="en-US" sz="900" kern="1200"/>
        </a:p>
      </dsp:txBody>
      <dsp:txXfrm>
        <a:off x="5338348" y="1811756"/>
        <a:ext cx="1213042" cy="727825"/>
      </dsp:txXfrm>
    </dsp:sp>
    <dsp:sp modelId="{BB6F4DD9-E03B-4753-B560-732988A133CD}">
      <dsp:nvSpPr>
        <dsp:cNvPr id="0" name=""/>
        <dsp:cNvSpPr/>
      </dsp:nvSpPr>
      <dsp:spPr>
        <a:xfrm>
          <a:off x="6672695" y="1811756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3060993"/>
                <a:satOff val="-3818"/>
                <a:lumOff val="8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060993"/>
                <a:satOff val="-3818"/>
                <a:lumOff val="8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✅ 5. Training &amp; Experimentation</a:t>
          </a:r>
          <a:endParaRPr lang="en-US" sz="900" kern="1200"/>
        </a:p>
      </dsp:txBody>
      <dsp:txXfrm>
        <a:off x="6672695" y="1811756"/>
        <a:ext cx="1213042" cy="727825"/>
      </dsp:txXfrm>
    </dsp:sp>
    <dsp:sp modelId="{9895D2A6-FB2F-47AA-B523-7A7E2F7D91D7}">
      <dsp:nvSpPr>
        <dsp:cNvPr id="0" name=""/>
        <dsp:cNvSpPr/>
      </dsp:nvSpPr>
      <dsp:spPr>
        <a:xfrm>
          <a:off x="962" y="266088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3241052"/>
                <a:satOff val="-4042"/>
                <a:lumOff val="9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241052"/>
                <a:satOff val="-4042"/>
                <a:lumOff val="9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Training setup and environment configuration</a:t>
          </a:r>
          <a:endParaRPr lang="en-US" sz="900" kern="1200"/>
        </a:p>
      </dsp:txBody>
      <dsp:txXfrm>
        <a:off x="962" y="2660885"/>
        <a:ext cx="1213042" cy="727825"/>
      </dsp:txXfrm>
    </dsp:sp>
    <dsp:sp modelId="{2379384F-E2B5-456F-88B3-69D319DA149C}">
      <dsp:nvSpPr>
        <dsp:cNvPr id="0" name=""/>
        <dsp:cNvSpPr/>
      </dsp:nvSpPr>
      <dsp:spPr>
        <a:xfrm>
          <a:off x="1335309" y="266088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3421110"/>
                <a:satOff val="-4267"/>
                <a:lumOff val="100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421110"/>
                <a:satOff val="-4267"/>
                <a:lumOff val="100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Experiment log (iterations, hyperparameter trials, tuning notes)</a:t>
          </a:r>
          <a:endParaRPr lang="en-US" sz="900" kern="1200"/>
        </a:p>
      </dsp:txBody>
      <dsp:txXfrm>
        <a:off x="1335309" y="2660885"/>
        <a:ext cx="1213042" cy="727825"/>
      </dsp:txXfrm>
    </dsp:sp>
    <dsp:sp modelId="{25912FB5-380E-4ABA-9D40-B330797E48D7}">
      <dsp:nvSpPr>
        <dsp:cNvPr id="0" name=""/>
        <dsp:cNvSpPr/>
      </dsp:nvSpPr>
      <dsp:spPr>
        <a:xfrm>
          <a:off x="2669655" y="266088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3601168"/>
                <a:satOff val="-4492"/>
                <a:lumOff val="105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601168"/>
                <a:satOff val="-4492"/>
                <a:lumOff val="105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Loss/accuracy plots</a:t>
          </a:r>
          <a:endParaRPr lang="en-US" sz="900" kern="1200"/>
        </a:p>
      </dsp:txBody>
      <dsp:txXfrm>
        <a:off x="2669655" y="2660885"/>
        <a:ext cx="1213042" cy="727825"/>
      </dsp:txXfrm>
    </dsp:sp>
    <dsp:sp modelId="{09D0056D-F4CB-46CF-A9FF-5D0DCB25D022}">
      <dsp:nvSpPr>
        <dsp:cNvPr id="0" name=""/>
        <dsp:cNvSpPr/>
      </dsp:nvSpPr>
      <dsp:spPr>
        <a:xfrm>
          <a:off x="4004002" y="266088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3781227"/>
                <a:satOff val="-4716"/>
                <a:lumOff val="110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81227"/>
                <a:satOff val="-4716"/>
                <a:lumOff val="110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Overfitting/underfitting analysis</a:t>
          </a:r>
          <a:endParaRPr lang="en-US" sz="900" kern="1200"/>
        </a:p>
      </dsp:txBody>
      <dsp:txXfrm>
        <a:off x="4004002" y="2660885"/>
        <a:ext cx="1213042" cy="727825"/>
      </dsp:txXfrm>
    </dsp:sp>
    <dsp:sp modelId="{EF57F1D1-6232-41C0-A3F8-62CCCA3E5307}">
      <dsp:nvSpPr>
        <dsp:cNvPr id="0" name=""/>
        <dsp:cNvSpPr/>
      </dsp:nvSpPr>
      <dsp:spPr>
        <a:xfrm>
          <a:off x="5338348" y="266088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3961285"/>
                <a:satOff val="-4941"/>
                <a:lumOff val="116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61285"/>
                <a:satOff val="-4941"/>
                <a:lumOff val="116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✅ 6. Evaluation Metrics</a:t>
          </a:r>
          <a:endParaRPr lang="en-US" sz="900" kern="1200"/>
        </a:p>
      </dsp:txBody>
      <dsp:txXfrm>
        <a:off x="5338348" y="2660885"/>
        <a:ext cx="1213042" cy="727825"/>
      </dsp:txXfrm>
    </dsp:sp>
    <dsp:sp modelId="{F9D6510D-1B58-4EF1-B0FF-12B98C503786}">
      <dsp:nvSpPr>
        <dsp:cNvPr id="0" name=""/>
        <dsp:cNvSpPr/>
      </dsp:nvSpPr>
      <dsp:spPr>
        <a:xfrm>
          <a:off x="6672695" y="266088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4141344"/>
                <a:satOff val="-5165"/>
                <a:lumOff val="12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141344"/>
                <a:satOff val="-5165"/>
                <a:lumOff val="12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Chosen metrics (accuracy, F1-score, precision, recall, IoU, AUC, etc.)</a:t>
          </a:r>
          <a:endParaRPr lang="en-US" sz="900" kern="1200"/>
        </a:p>
      </dsp:txBody>
      <dsp:txXfrm>
        <a:off x="6672695" y="2660885"/>
        <a:ext cx="1213042" cy="727825"/>
      </dsp:txXfrm>
    </dsp:sp>
    <dsp:sp modelId="{79D41792-ABD8-4107-ABCD-47441A1DC0D3}">
      <dsp:nvSpPr>
        <dsp:cNvPr id="0" name=""/>
        <dsp:cNvSpPr/>
      </dsp:nvSpPr>
      <dsp:spPr>
        <a:xfrm>
          <a:off x="2002482" y="351001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4321402"/>
                <a:satOff val="-5390"/>
                <a:lumOff val="126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321402"/>
                <a:satOff val="-5390"/>
                <a:lumOff val="126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Confusion matrix</a:t>
          </a:r>
          <a:endParaRPr lang="en-US" sz="900" kern="1200"/>
        </a:p>
      </dsp:txBody>
      <dsp:txXfrm>
        <a:off x="2002482" y="3510015"/>
        <a:ext cx="1213042" cy="727825"/>
      </dsp:txXfrm>
    </dsp:sp>
    <dsp:sp modelId="{F6ED1E7F-9F1B-4C6E-8723-A4F424C575F3}">
      <dsp:nvSpPr>
        <dsp:cNvPr id="0" name=""/>
        <dsp:cNvSpPr/>
      </dsp:nvSpPr>
      <dsp:spPr>
        <a:xfrm>
          <a:off x="3336828" y="351001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4501460"/>
                <a:satOff val="-5614"/>
                <a:lumOff val="132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501460"/>
                <a:satOff val="-5614"/>
                <a:lumOff val="132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Comparison with baseline models</a:t>
          </a:r>
          <a:endParaRPr lang="en-US" sz="900" kern="1200"/>
        </a:p>
      </dsp:txBody>
      <dsp:txXfrm>
        <a:off x="3336828" y="3510015"/>
        <a:ext cx="1213042" cy="727825"/>
      </dsp:txXfrm>
    </dsp:sp>
    <dsp:sp modelId="{760D3F35-8341-4DAA-AC3C-EFFACADFA4E3}">
      <dsp:nvSpPr>
        <dsp:cNvPr id="0" name=""/>
        <dsp:cNvSpPr/>
      </dsp:nvSpPr>
      <dsp:spPr>
        <a:xfrm>
          <a:off x="4671175" y="3510015"/>
          <a:ext cx="1213042" cy="727825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Error analysis</a:t>
          </a:r>
          <a:endParaRPr lang="en-US" sz="900" kern="1200"/>
        </a:p>
      </dsp:txBody>
      <dsp:txXfrm>
        <a:off x="4671175" y="3510015"/>
        <a:ext cx="1213042" cy="727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BA937-ACA2-4104-9814-6332B7238E95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E647E-D3A5-4CFE-B98B-FF2748C029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606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E647E-D3A5-4CFE-B98B-FF2748C029E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986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ARIScyber" TargetMode="External"/><Relationship Id="rId3" Type="http://schemas.openxmlformats.org/officeDocument/2006/relationships/hyperlink" Target="https://pytorch.org/" TargetMode="External"/><Relationship Id="rId7" Type="http://schemas.openxmlformats.org/officeDocument/2006/relationships/hyperlink" Target="mailto:waranharish632@gmail.com" TargetMode="External"/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harishwaran5678@gmail.com" TargetMode="External"/><Relationship Id="rId5" Type="http://schemas.openxmlformats.org/officeDocument/2006/relationships/hyperlink" Target="https://www.kaggle.com/datasets" TargetMode="External"/><Relationship Id="rId4" Type="http://schemas.openxmlformats.org/officeDocument/2006/relationships/hyperlink" Target="https://scikit-lear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Edge AI for Personalized Healthcare</a:t>
            </a:r>
          </a:p>
          <a:p>
            <a:pPr>
              <a:lnSpc>
                <a:spcPct val="90000"/>
              </a:lnSpc>
            </a:pPr>
            <a:r>
              <a:rPr lang="en-US" sz="3500" dirty="0"/>
              <a:t>Wearable Tremor Detection for Early Parkinson’s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1800"/>
            </a:pPr>
            <a:r>
              <a:rPr lang="en-US" sz="1500"/>
              <a:t>Goal: Detect Parkinson’s rest tremor (4–6 Hz) using wearable motion sensors</a:t>
            </a:r>
          </a:p>
          <a:p>
            <a:pPr>
              <a:lnSpc>
                <a:spcPct val="90000"/>
              </a:lnSpc>
            </a:pPr>
            <a:r>
              <a:rPr lang="en-US" sz="1500"/>
              <a:t>Early detection of Parkinson’s Disease (PD) remains a major challenge because diagnosis typically happens only after noticeable motor symptoms appear. One of the earliest and most reliable biomarkers is </a:t>
            </a:r>
            <a:r>
              <a:rPr lang="en-US" sz="1500" b="1"/>
              <a:t>rest tremor</a:t>
            </a:r>
            <a:r>
              <a:rPr lang="en-US" sz="1500"/>
              <a:t>, which typically occurs in the </a:t>
            </a:r>
            <a:r>
              <a:rPr lang="en-US" sz="1500" b="1"/>
              <a:t>4–6 Hz</a:t>
            </a:r>
            <a:r>
              <a:rPr lang="en-US" sz="1500"/>
              <a:t> frequency band. This project builds an </a:t>
            </a:r>
            <a:r>
              <a:rPr lang="en-US" sz="1500" b="1"/>
              <a:t>Edge AI–powered wearable/phone-based tremor detection system</a:t>
            </a:r>
            <a:r>
              <a:rPr lang="en-US" sz="1500"/>
              <a:t> using </a:t>
            </a:r>
            <a:r>
              <a:rPr lang="en-US" sz="1500" b="1"/>
              <a:t>IMU motion sensors (accelerometer &amp; gyroscope)</a:t>
            </a:r>
            <a:r>
              <a:rPr lang="en-US" sz="1500"/>
              <a:t> and </a:t>
            </a:r>
            <a:r>
              <a:rPr lang="en-US" sz="1500" b="1"/>
              <a:t>Edge Impulse Studio</a:t>
            </a:r>
            <a:r>
              <a:rPr lang="en-US" sz="1500"/>
              <a:t> to detect subtle tremor patterns during resting conditions.</a:t>
            </a:r>
          </a:p>
          <a:p>
            <a:pPr>
              <a:lnSpc>
                <a:spcPct val="90000"/>
              </a:lnSpc>
            </a:pPr>
            <a:r>
              <a:rPr lang="en-US" sz="1500"/>
              <a:t>The goal is to enable </a:t>
            </a:r>
            <a:r>
              <a:rPr lang="en-US" sz="1500" b="1"/>
              <a:t>low-cost, real-time, continuous monitoring</a:t>
            </a:r>
            <a:r>
              <a:rPr lang="en-US" sz="1500"/>
              <a:t> of early Parkinson’s symptoms—without requiring hospital visits, lab equipment, or cloud servers. By leveraging Edge AI, all detection happens </a:t>
            </a:r>
            <a:r>
              <a:rPr lang="en-US" sz="1500" b="1"/>
              <a:t>locally on the device</a:t>
            </a:r>
            <a:r>
              <a:rPr lang="en-US" sz="1500"/>
              <a:t>, ensuring privacy, speed, and low energy consumption.</a:t>
            </a:r>
          </a:p>
          <a:p>
            <a:pPr>
              <a:lnSpc>
                <a:spcPct val="90000"/>
              </a:lnSpc>
            </a:pPr>
            <a:r>
              <a:rPr lang="en-US" sz="1500"/>
              <a:t>This project falls under the </a:t>
            </a:r>
            <a:r>
              <a:rPr lang="en-US" sz="1500" b="1"/>
              <a:t>Model Development Track</a:t>
            </a:r>
            <a:r>
              <a:rPr lang="en-US" sz="1500"/>
              <a:t>, focusing on dataset quality, model accuracy, and efficient Edge deployment.</a:t>
            </a:r>
          </a:p>
          <a:p>
            <a:pPr>
              <a:lnSpc>
                <a:spcPct val="90000"/>
              </a:lnSpc>
              <a:defRPr sz="1800"/>
            </a:pPr>
            <a:endParaRPr lang="en-US" sz="15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2. Motivation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748" y="2508070"/>
            <a:ext cx="8562638" cy="363411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b="1" dirty="0"/>
              <a:t>⭐ Motivation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Parkinson’s Disease affects millions</a:t>
            </a:r>
            <a:r>
              <a:rPr lang="en-US" sz="1100" dirty="0"/>
              <a:t>, and one of its early clinical indicators is </a:t>
            </a:r>
            <a:r>
              <a:rPr lang="en-US" sz="1100" b="1" dirty="0"/>
              <a:t>rest tremor frequency</a:t>
            </a:r>
            <a:r>
              <a:rPr lang="en-US" sz="1100" dirty="0"/>
              <a:t> (typically 3–7 Hz).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Traditional tremor analysis requires </a:t>
            </a:r>
            <a:r>
              <a:rPr lang="en-US" sz="1100" b="1" dirty="0"/>
              <a:t>clinical equipment</a:t>
            </a:r>
            <a:r>
              <a:rPr lang="en-US" sz="1100" dirty="0"/>
              <a:t>, which is expensive and not accessible for everyone.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There is a need for a </a:t>
            </a:r>
            <a:r>
              <a:rPr lang="en-US" sz="1100" b="1" dirty="0"/>
              <a:t>low-cost, real-time, mobile-based approach</a:t>
            </a:r>
            <a:r>
              <a:rPr lang="en-US" sz="1100" dirty="0"/>
              <a:t> to analyze tremor patterns.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By using </a:t>
            </a:r>
            <a:r>
              <a:rPr lang="en-US" sz="1100" b="1" dirty="0"/>
              <a:t>Edge Impulse</a:t>
            </a:r>
            <a:r>
              <a:rPr lang="en-US" sz="1100" dirty="0"/>
              <a:t>, we can process and classify tremor signals </a:t>
            </a:r>
            <a:r>
              <a:rPr lang="en-US" sz="1100" b="1" dirty="0"/>
              <a:t>directly on edge devices</a:t>
            </a:r>
            <a:r>
              <a:rPr lang="en-US" sz="1100" dirty="0"/>
              <a:t> like smartphones and microcontrollers.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This project makes early detection and monitoring </a:t>
            </a:r>
            <a:r>
              <a:rPr lang="en-US" sz="1100" b="1" dirty="0"/>
              <a:t>more accessible, portable, and affordable</a:t>
            </a:r>
            <a:r>
              <a:rPr lang="en-US" sz="11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b="1" dirty="0"/>
              <a:t>⭐ Impact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Early Identification</a:t>
            </a:r>
            <a:br>
              <a:rPr lang="en-US" sz="1100" dirty="0"/>
            </a:br>
            <a:r>
              <a:rPr lang="en-US" sz="1100" dirty="0"/>
              <a:t>Helps clinicians and patients detect abnormal tremor frequencies early and track disease progression.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Real-Time Monitoring</a:t>
            </a:r>
            <a:br>
              <a:rPr lang="en-US" sz="1100" dirty="0"/>
            </a:br>
            <a:r>
              <a:rPr lang="en-US" sz="1100" dirty="0"/>
              <a:t>The system runs locally on a device—no internet needed—giving </a:t>
            </a:r>
            <a:r>
              <a:rPr lang="en-US" sz="1100" b="1" dirty="0"/>
              <a:t>instant feedback</a:t>
            </a:r>
            <a:r>
              <a:rPr lang="en-US" sz="11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Low Cost &amp; Scalable</a:t>
            </a:r>
            <a:br>
              <a:rPr lang="en-US" sz="1100" dirty="0"/>
            </a:br>
            <a:r>
              <a:rPr lang="en-US" sz="1100" dirty="0"/>
              <a:t>Works with phones or simple sensors like accelerometers, making it suitable even in low-resource areas.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Better Patient Care</a:t>
            </a:r>
            <a:br>
              <a:rPr lang="en-US" sz="1100" dirty="0"/>
            </a:br>
            <a:r>
              <a:rPr lang="en-US" sz="1100" dirty="0"/>
              <a:t>Helps doctors analyze severity levels more objectively instead of relying only on visual observation.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Supports Research &amp; Innovation</a:t>
            </a:r>
            <a:br>
              <a:rPr lang="en-US" sz="1100" dirty="0"/>
            </a:br>
            <a:r>
              <a:rPr lang="en-US" sz="1100" dirty="0"/>
              <a:t>Useful for medical students, clinical researchers, and AI developers exploring motion disorder analysis.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2364378"/>
            <a:ext cx="8365192" cy="3777802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050" b="1" dirty="0"/>
              <a:t>Primary Objectives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Detect Rest Tremor Early</a:t>
            </a:r>
            <a:endParaRPr lang="en-US" sz="1050" dirty="0"/>
          </a:p>
          <a:p>
            <a:pPr lvl="1">
              <a:lnSpc>
                <a:spcPct val="90000"/>
              </a:lnSpc>
            </a:pPr>
            <a:r>
              <a:rPr lang="en-US" sz="1050" dirty="0"/>
              <a:t>Identify subtle Parkinson’s tremors in the </a:t>
            </a:r>
            <a:r>
              <a:rPr lang="en-US" sz="1050" b="1" dirty="0"/>
              <a:t>4–6 Hz frequency range</a:t>
            </a:r>
            <a:r>
              <a:rPr lang="en-US" sz="1050" dirty="0"/>
              <a:t> using wearable IMU sensors.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Real-Time Edge Processing</a:t>
            </a:r>
            <a:endParaRPr lang="en-US" sz="1050" dirty="0"/>
          </a:p>
          <a:p>
            <a:pPr lvl="1">
              <a:lnSpc>
                <a:spcPct val="90000"/>
              </a:lnSpc>
            </a:pPr>
            <a:r>
              <a:rPr lang="en-US" sz="1050" dirty="0"/>
              <a:t>Implement a </a:t>
            </a:r>
            <a:r>
              <a:rPr lang="en-US" sz="1050" b="1" dirty="0"/>
              <a:t>lightweight ML model</a:t>
            </a:r>
            <a:r>
              <a:rPr lang="en-US" sz="1050" dirty="0"/>
              <a:t> on Edge devices (smartphones or microcontrollers) to classify tremor in real time.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High Accuracy &amp; Reliability</a:t>
            </a:r>
            <a:endParaRPr lang="en-US" sz="1050" dirty="0"/>
          </a:p>
          <a:p>
            <a:pPr lvl="1">
              <a:lnSpc>
                <a:spcPct val="90000"/>
              </a:lnSpc>
            </a:pPr>
            <a:r>
              <a:rPr lang="en-US" sz="1050" dirty="0"/>
              <a:t>Achieve </a:t>
            </a:r>
            <a:r>
              <a:rPr lang="en-US" sz="1050" b="1" dirty="0"/>
              <a:t>&gt;90% accuracy</a:t>
            </a:r>
            <a:r>
              <a:rPr lang="en-US" sz="1050" dirty="0"/>
              <a:t> and high </a:t>
            </a:r>
            <a:r>
              <a:rPr lang="en-US" sz="1050" b="1" dirty="0"/>
              <a:t>tremor recall</a:t>
            </a:r>
            <a:r>
              <a:rPr lang="en-US" sz="1050" dirty="0"/>
              <a:t> to minimize missed detections.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050" dirty="0"/>
            </a:br>
            <a:endParaRPr lang="en-US" sz="1050" dirty="0"/>
          </a:p>
          <a:p>
            <a:pPr>
              <a:lnSpc>
                <a:spcPct val="90000"/>
              </a:lnSpc>
            </a:pPr>
            <a:r>
              <a:rPr lang="en-US" sz="1050" b="1" dirty="0"/>
              <a:t>Secondary Objectives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Low-Cost, Accessible Solution</a:t>
            </a:r>
            <a:endParaRPr lang="en-US" sz="1050" dirty="0"/>
          </a:p>
          <a:p>
            <a:pPr lvl="1">
              <a:lnSpc>
                <a:spcPct val="90000"/>
              </a:lnSpc>
            </a:pPr>
            <a:r>
              <a:rPr lang="en-US" sz="1050" dirty="0"/>
              <a:t>Use </a:t>
            </a:r>
            <a:r>
              <a:rPr lang="en-US" sz="1050" b="1" dirty="0"/>
              <a:t>existing phone sensors</a:t>
            </a:r>
            <a:r>
              <a:rPr lang="en-US" sz="1050" dirty="0"/>
              <a:t> or low-cost wearables to remove dependence on expensive clinical equipment.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Robust Dataset &amp; Pipeline</a:t>
            </a:r>
            <a:endParaRPr lang="en-US" sz="1050" dirty="0"/>
          </a:p>
          <a:p>
            <a:pPr lvl="1">
              <a:lnSpc>
                <a:spcPct val="90000"/>
              </a:lnSpc>
            </a:pPr>
            <a:r>
              <a:rPr lang="en-US" sz="1050" dirty="0"/>
              <a:t>Collect and process motion data consistently; extract relevant features (spectrogram, dominant frequency, band power) for model training.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Optimized for Edge Deployment</a:t>
            </a:r>
            <a:endParaRPr lang="en-US" sz="1050" dirty="0"/>
          </a:p>
          <a:p>
            <a:pPr lvl="1">
              <a:lnSpc>
                <a:spcPct val="90000"/>
              </a:lnSpc>
            </a:pPr>
            <a:r>
              <a:rPr lang="en-US" sz="1050" dirty="0"/>
              <a:t>Utilize </a:t>
            </a:r>
            <a:r>
              <a:rPr lang="en-US" sz="1050" b="1" dirty="0"/>
              <a:t>EON Tuner, quantization, and </a:t>
            </a:r>
            <a:r>
              <a:rPr lang="en-US" sz="1050" b="1" dirty="0" err="1"/>
              <a:t>TFLite</a:t>
            </a:r>
            <a:r>
              <a:rPr lang="en-US" sz="1050" dirty="0"/>
              <a:t> to minimize RAM, Flash usage, and inference latency.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Future Expansion &amp; Clinical Utility</a:t>
            </a:r>
            <a:endParaRPr lang="en-US" sz="1050" dirty="0"/>
          </a:p>
          <a:p>
            <a:pPr lvl="1">
              <a:lnSpc>
                <a:spcPct val="90000"/>
              </a:lnSpc>
            </a:pPr>
            <a:r>
              <a:rPr lang="en-US" sz="1050" dirty="0"/>
              <a:t>Enable integration with multimodal signals (HR, gait), continuous monitoring, and research studies.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5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ark green and blue background&#10;&#10;AI-generated content may be incorrect.">
            <a:extLst>
              <a:ext uri="{FF2B5EF4-FFF2-40B4-BE49-F238E27FC236}">
                <a16:creationId xmlns:a16="http://schemas.microsoft.com/office/drawing/2014/main" id="{F086898B-53BC-241C-0EAA-EE478278EB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/>
              <a:t>4. Use Case &amp; Users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AC6749-AF62-2424-FA6D-A23B263D2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16144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IN" sz="3600"/>
              <a:t>5. Dataset: Classes &amp;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806" y="1396181"/>
            <a:ext cx="6292645" cy="511277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200" b="1" dirty="0"/>
              <a:t>Classes</a:t>
            </a:r>
          </a:p>
          <a:p>
            <a:pPr>
              <a:lnSpc>
                <a:spcPct val="90000"/>
              </a:lnSpc>
            </a:pPr>
            <a:r>
              <a:rPr lang="en-IN" sz="1200" b="1" dirty="0" err="1"/>
              <a:t>tremor_rest</a:t>
            </a:r>
            <a:r>
              <a:rPr lang="en-IN" sz="1200" b="1" dirty="0"/>
              <a:t>:</a:t>
            </a:r>
            <a:r>
              <a:rPr lang="en-IN" sz="1200" dirty="0"/>
              <a:t> IMU data segments capturing Parkinson’s rest tremor (4–6 Hz).</a:t>
            </a:r>
          </a:p>
          <a:p>
            <a:pPr>
              <a:lnSpc>
                <a:spcPct val="90000"/>
              </a:lnSpc>
            </a:pPr>
            <a:r>
              <a:rPr lang="en-IN" sz="1200" b="1" dirty="0" err="1"/>
              <a:t>no_tremor_rest</a:t>
            </a:r>
            <a:r>
              <a:rPr lang="en-IN" sz="1200" b="1" dirty="0"/>
              <a:t>:</a:t>
            </a:r>
            <a:r>
              <a:rPr lang="en-IN" sz="1200" dirty="0"/>
              <a:t> Periods of no tremor while the limb is at rest.</a:t>
            </a:r>
          </a:p>
          <a:p>
            <a:pPr>
              <a:lnSpc>
                <a:spcPct val="90000"/>
              </a:lnSpc>
            </a:pPr>
            <a:r>
              <a:rPr lang="en-IN" sz="1200" b="1" dirty="0" err="1"/>
              <a:t>normal_movement</a:t>
            </a:r>
            <a:r>
              <a:rPr lang="en-IN" sz="1200" b="1" dirty="0"/>
              <a:t>:</a:t>
            </a:r>
            <a:r>
              <a:rPr lang="en-IN" sz="1200" dirty="0"/>
              <a:t> Normal daily movements (walking, gestures) to reduce false positives.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200" dirty="0"/>
            </a:br>
            <a:endParaRPr lang="en-IN" sz="1200" dirty="0"/>
          </a:p>
          <a:p>
            <a:pPr>
              <a:lnSpc>
                <a:spcPct val="90000"/>
              </a:lnSpc>
            </a:pPr>
            <a:r>
              <a:rPr lang="en-IN" sz="1200" b="1" dirty="0"/>
              <a:t>Sources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Self-Collected Data:</a:t>
            </a:r>
            <a:r>
              <a:rPr lang="en-IN" sz="1200" dirty="0"/>
              <a:t> Using </a:t>
            </a:r>
            <a:r>
              <a:rPr lang="en-IN" sz="1200" b="1" dirty="0"/>
              <a:t>Edge Impulse Mobile Client</a:t>
            </a:r>
            <a:r>
              <a:rPr lang="en-IN" sz="1200" dirty="0"/>
              <a:t>, record accelerometer &amp; gyroscope signals.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Optional Public Datasets:</a:t>
            </a:r>
            <a:endParaRPr lang="en-IN" sz="1200" dirty="0"/>
          </a:p>
          <a:p>
            <a:pPr lvl="1">
              <a:lnSpc>
                <a:spcPct val="90000"/>
              </a:lnSpc>
            </a:pPr>
            <a:r>
              <a:rPr lang="en-IN" sz="1200" b="1" dirty="0"/>
              <a:t>mPower Dataset</a:t>
            </a:r>
            <a:r>
              <a:rPr lang="en-IN" sz="1200" dirty="0"/>
              <a:t> – Smartphone motion data from Parkinson’s patients.</a:t>
            </a:r>
          </a:p>
          <a:p>
            <a:pPr lvl="1">
              <a:lnSpc>
                <a:spcPct val="90000"/>
              </a:lnSpc>
            </a:pPr>
            <a:r>
              <a:rPr lang="en-IN" sz="1200" b="1" dirty="0"/>
              <a:t>MDS-UPDRS Subsets</a:t>
            </a:r>
            <a:r>
              <a:rPr lang="en-IN" sz="1200" dirty="0"/>
              <a:t> – Clinical datasets for tremor analysis.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Ensure that </a:t>
            </a:r>
            <a:r>
              <a:rPr lang="en-IN" sz="1200" b="1" dirty="0"/>
              <a:t>datasets have permissive licenses</a:t>
            </a:r>
            <a:r>
              <a:rPr lang="en-IN" sz="1200" dirty="0"/>
              <a:t> for commercial use if reused.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200" dirty="0"/>
            </a:br>
            <a:endParaRPr lang="en-IN" sz="1200" dirty="0"/>
          </a:p>
          <a:p>
            <a:pPr>
              <a:lnSpc>
                <a:spcPct val="90000"/>
              </a:lnSpc>
            </a:pPr>
            <a:r>
              <a:rPr lang="en-IN" sz="1200" b="1" dirty="0"/>
              <a:t>Data Collection Protocol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Sampling Rate:</a:t>
            </a:r>
            <a:r>
              <a:rPr lang="en-IN" sz="1200" dirty="0"/>
              <a:t> 100 Hz (accelerometer + gyroscope).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Window Size:</a:t>
            </a:r>
            <a:r>
              <a:rPr lang="en-IN" sz="1200" dirty="0"/>
              <a:t> 1–2 seconds per sample, with 50% overlap.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Placement:</a:t>
            </a:r>
            <a:r>
              <a:rPr lang="en-IN" sz="1200" dirty="0"/>
              <a:t> Consistent wrist or pocket location for accuracy.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Sample Size:</a:t>
            </a:r>
            <a:r>
              <a:rPr lang="en-IN" sz="1200" dirty="0"/>
              <a:t> Aim for </a:t>
            </a:r>
            <a:r>
              <a:rPr lang="en-IN" sz="1200" b="1" dirty="0"/>
              <a:t>30–50+ samples per class</a:t>
            </a:r>
            <a:r>
              <a:rPr lang="en-IN" sz="1200" dirty="0"/>
              <a:t> per subject.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rain">
            <a:extLst>
              <a:ext uri="{FF2B5EF4-FFF2-40B4-BE49-F238E27FC236}">
                <a16:creationId xmlns:a16="http://schemas.microsoft.com/office/drawing/2014/main" id="{25C33053-DE8D-53FC-7D7A-84D9E0C89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8" y="2212257"/>
            <a:ext cx="3606801" cy="2064775"/>
          </a:xfrm>
        </p:spPr>
        <p:txBody>
          <a:bodyPr anchor="t">
            <a:normAutofit/>
          </a:bodyPr>
          <a:lstStyle/>
          <a:p>
            <a:r>
              <a:rPr lang="en-US" sz="3500" dirty="0"/>
              <a:t>6. Data Collection Plan (How to record)</a:t>
            </a:r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899E7324-45DD-C4A3-6EAC-BFDA9B08E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9763" y="1316140"/>
            <a:ext cx="685800" cy="6858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245" y="88491"/>
            <a:ext cx="5093110" cy="665643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b="1" dirty="0"/>
              <a:t>Device</a:t>
            </a:r>
          </a:p>
          <a:p>
            <a:pPr>
              <a:lnSpc>
                <a:spcPct val="90000"/>
              </a:lnSpc>
            </a:pPr>
            <a:r>
              <a:rPr lang="en-US" sz="1000" b="1" dirty="0"/>
              <a:t>Smartphone</a:t>
            </a:r>
            <a:r>
              <a:rPr lang="en-US" sz="1000" dirty="0"/>
              <a:t> using Edge Impulse Mobile Client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Sensors used: </a:t>
            </a:r>
            <a:r>
              <a:rPr lang="en-US" sz="1000" b="1" dirty="0"/>
              <a:t>Accelerometer + Gyroscope</a:t>
            </a: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b="1" dirty="0"/>
              <a:t>Sampling Rate:</a:t>
            </a:r>
            <a:r>
              <a:rPr lang="en-US" sz="1000" dirty="0"/>
              <a:t> 100 Hz (recommended for tremor analysis 4–6 Hz range)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000" dirty="0"/>
            </a:b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b="1" dirty="0"/>
              <a:t>Recording Window</a:t>
            </a:r>
          </a:p>
          <a:p>
            <a:pPr>
              <a:lnSpc>
                <a:spcPct val="90000"/>
              </a:lnSpc>
            </a:pPr>
            <a:r>
              <a:rPr lang="en-US" sz="1000" b="1" dirty="0"/>
              <a:t>2-second clips</a:t>
            </a:r>
            <a:r>
              <a:rPr lang="en-US" sz="1000" dirty="0"/>
              <a:t> per sample</a:t>
            </a:r>
          </a:p>
          <a:p>
            <a:pPr>
              <a:lnSpc>
                <a:spcPct val="90000"/>
              </a:lnSpc>
            </a:pPr>
            <a:r>
              <a:rPr lang="en-US" sz="1000" i="1" dirty="0"/>
              <a:t>(Optionally: 1-second windows with 50% overlap for more training data)</a:t>
            </a: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Ensure </a:t>
            </a:r>
            <a:r>
              <a:rPr lang="en-US" sz="1000" b="1" dirty="0"/>
              <a:t>steady hand placement</a:t>
            </a:r>
            <a:r>
              <a:rPr lang="en-US" sz="1000" dirty="0"/>
              <a:t> while recording rest tremor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b="1" dirty="0"/>
              <a:t>Collection Protocol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Collect </a:t>
            </a:r>
            <a:r>
              <a:rPr lang="en-US" sz="1000" b="1" dirty="0"/>
              <a:t>30–50 samples per class</a:t>
            </a:r>
            <a:r>
              <a:rPr lang="en-US" sz="10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1000" b="1" dirty="0" err="1"/>
              <a:t>tremor_rest</a:t>
            </a:r>
            <a:endParaRPr lang="en-US" sz="1000" dirty="0"/>
          </a:p>
          <a:p>
            <a:pPr lvl="1">
              <a:lnSpc>
                <a:spcPct val="90000"/>
              </a:lnSpc>
            </a:pPr>
            <a:r>
              <a:rPr lang="en-US" sz="1000" b="1" dirty="0" err="1"/>
              <a:t>no_tremor_rest</a:t>
            </a:r>
            <a:endParaRPr lang="en-US" sz="1000" dirty="0"/>
          </a:p>
          <a:p>
            <a:pPr lvl="1">
              <a:lnSpc>
                <a:spcPct val="90000"/>
              </a:lnSpc>
            </a:pPr>
            <a:r>
              <a:rPr lang="en-US" sz="1000" b="1" dirty="0" err="1"/>
              <a:t>normal_movement</a:t>
            </a: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Record with </a:t>
            </a:r>
            <a:r>
              <a:rPr lang="en-US" sz="1000" b="1" dirty="0"/>
              <a:t>consistent sensor placement</a:t>
            </a:r>
            <a:r>
              <a:rPr lang="en-US" sz="10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Preferably on the </a:t>
            </a:r>
            <a:r>
              <a:rPr lang="en-US" sz="1000" b="1" dirty="0"/>
              <a:t>wrist</a:t>
            </a:r>
            <a:r>
              <a:rPr lang="en-US" sz="1000" dirty="0"/>
              <a:t> (strapped or held consistently)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If handheld, maintain the same orientation every time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Maintain </a:t>
            </a:r>
            <a:r>
              <a:rPr lang="en-US" sz="1000" b="1" dirty="0"/>
              <a:t>uniform conditions</a:t>
            </a:r>
            <a:r>
              <a:rPr lang="en-US" sz="1000" dirty="0"/>
              <a:t> (same posture, same environment) during rest tremor recording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000" dirty="0"/>
            </a:b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b="1" dirty="0"/>
              <a:t>Labeling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Assign labels accurately during each recording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Keep class names </a:t>
            </a:r>
            <a:r>
              <a:rPr lang="en-US" sz="1000" b="1" dirty="0"/>
              <a:t>simple, short, and consistent</a:t>
            </a: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Collect </a:t>
            </a:r>
            <a:r>
              <a:rPr lang="en-US" sz="1000" b="1" dirty="0"/>
              <a:t>extra “noise” or unintended movement samples</a:t>
            </a:r>
            <a:r>
              <a:rPr lang="en-US" sz="10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example: shaking phone, walking, random hand movement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Helps prevent </a:t>
            </a:r>
            <a:r>
              <a:rPr lang="en-US" sz="1000" b="1" dirty="0"/>
              <a:t>false positives</a:t>
            </a:r>
            <a:r>
              <a:rPr lang="en-US" sz="1000" dirty="0"/>
              <a:t>, improves model robustness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000" dirty="0"/>
            </a:b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b="1" dirty="0"/>
              <a:t>Safety &amp; Quality Tips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Record in multiple sessions to avoid overfitting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Include data from different times of day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Avoid recording during high background vibration/noise environments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Validate sensor data visually using Edge Impulse’s signal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7. Preprocessing &amp; Feature Extraction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38E297-16BB-9866-33CA-581860E933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656940"/>
              </p:ext>
            </p:extLst>
          </p:nvPr>
        </p:nvGraphicFramePr>
        <p:xfrm>
          <a:off x="304800" y="1140542"/>
          <a:ext cx="8603226" cy="544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anchor="t">
            <a:normAutofit/>
          </a:bodyPr>
          <a:lstStyle/>
          <a:p>
            <a:r>
              <a:rPr lang="nn-NO" sz="3500">
                <a:solidFill>
                  <a:srgbClr val="FFFFFF"/>
                </a:solidFill>
              </a:rPr>
              <a:t>8. Impulse Design (Edge Impulse)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4287" y="452284"/>
            <a:ext cx="2811816" cy="532404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IN" sz="1300" b="1" dirty="0"/>
              <a:t>1. Input Block</a:t>
            </a:r>
          </a:p>
          <a:p>
            <a:pPr>
              <a:lnSpc>
                <a:spcPct val="90000"/>
              </a:lnSpc>
            </a:pPr>
            <a:r>
              <a:rPr lang="en-IN" sz="1300" b="1" dirty="0"/>
              <a:t>Sensor Type:</a:t>
            </a:r>
            <a:r>
              <a:rPr lang="en-IN" sz="1300" dirty="0"/>
              <a:t> Accelerometer + Gyroscope</a:t>
            </a:r>
          </a:p>
          <a:p>
            <a:pPr>
              <a:lnSpc>
                <a:spcPct val="90000"/>
              </a:lnSpc>
            </a:pPr>
            <a:r>
              <a:rPr lang="en-IN" sz="1300" b="1" dirty="0"/>
              <a:t>Sampling Rate:</a:t>
            </a:r>
            <a:r>
              <a:rPr lang="en-IN" sz="1300" dirty="0"/>
              <a:t> </a:t>
            </a:r>
            <a:r>
              <a:rPr lang="en-IN" sz="1300" b="1" dirty="0"/>
              <a:t>100 Hz</a:t>
            </a:r>
            <a:endParaRPr lang="en-IN" sz="1300" dirty="0"/>
          </a:p>
          <a:p>
            <a:pPr>
              <a:lnSpc>
                <a:spcPct val="90000"/>
              </a:lnSpc>
            </a:pPr>
            <a:r>
              <a:rPr lang="en-IN" sz="1300" b="1" dirty="0"/>
              <a:t>Input Window:</a:t>
            </a:r>
            <a:r>
              <a:rPr lang="en-IN" sz="1300" dirty="0"/>
              <a:t> </a:t>
            </a:r>
            <a:r>
              <a:rPr lang="en-IN" sz="1300" b="1" dirty="0"/>
              <a:t>2000 </a:t>
            </a:r>
            <a:r>
              <a:rPr lang="en-IN" sz="1300" b="1" dirty="0" err="1"/>
              <a:t>ms</a:t>
            </a:r>
            <a:r>
              <a:rPr lang="en-IN" sz="1300" b="1" dirty="0"/>
              <a:t> (2 seconds)</a:t>
            </a:r>
            <a:endParaRPr lang="en-IN" sz="1300" dirty="0"/>
          </a:p>
          <a:p>
            <a:pPr>
              <a:lnSpc>
                <a:spcPct val="90000"/>
              </a:lnSpc>
            </a:pPr>
            <a:r>
              <a:rPr lang="en-IN" sz="1300" b="1" dirty="0"/>
              <a:t>Number of Samples per Window:</a:t>
            </a:r>
            <a:r>
              <a:rPr lang="en-IN" sz="1300" dirty="0"/>
              <a:t> 200 readings per axis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Captures complete tremor cycles (4–6 Hz range)</a:t>
            </a:r>
          </a:p>
          <a:p>
            <a:pPr marL="0" indent="0">
              <a:lnSpc>
                <a:spcPct val="90000"/>
              </a:lnSpc>
              <a:buNone/>
            </a:pPr>
            <a:endParaRPr lang="en-IN" sz="1300" dirty="0"/>
          </a:p>
          <a:p>
            <a:pPr marL="0" indent="0">
              <a:lnSpc>
                <a:spcPct val="90000"/>
              </a:lnSpc>
              <a:buNone/>
            </a:pPr>
            <a:endParaRPr lang="en-IN" sz="1300" dirty="0"/>
          </a:p>
          <a:p>
            <a:pPr>
              <a:lnSpc>
                <a:spcPct val="90000"/>
              </a:lnSpc>
            </a:pPr>
            <a:r>
              <a:rPr lang="en-IN" sz="1300" b="1" dirty="0"/>
              <a:t>2. Preprocessing Block (DSP Layer)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Choose one of the following:</a:t>
            </a:r>
          </a:p>
          <a:p>
            <a:pPr>
              <a:lnSpc>
                <a:spcPct val="90000"/>
              </a:lnSpc>
            </a:pPr>
            <a:r>
              <a:rPr lang="en-IN" sz="1300" b="1" dirty="0"/>
              <a:t>A) Spectrogram (Recommended)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Converts raw IMU data into a time–frequency map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Helps highlight tremor bands and eliminate noise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Best for CNN-based models</a:t>
            </a:r>
          </a:p>
          <a:p>
            <a:pPr>
              <a:lnSpc>
                <a:spcPct val="90000"/>
              </a:lnSpc>
            </a:pPr>
            <a:r>
              <a:rPr lang="en-IN" sz="1300" b="1" dirty="0"/>
              <a:t>B) Raw Data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No feature engineering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Let deep neural networks automatically extract tremor features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Good for LSTM/CNN or hybrid models</a:t>
            </a:r>
          </a:p>
          <a:p>
            <a:pPr>
              <a:lnSpc>
                <a:spcPct val="90000"/>
              </a:lnSpc>
            </a:pPr>
            <a:r>
              <a:rPr lang="en-IN" sz="1300" b="1" dirty="0"/>
              <a:t>C) MFE (Optional)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Treats movement signal like audio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Extracts Mel-frequency energy features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Works well for vibration-like patterns</a:t>
            </a:r>
            <a:br>
              <a:rPr lang="en-IN" sz="1300" dirty="0"/>
            </a:br>
            <a:endParaRPr lang="en-IN" sz="1300" dirty="0"/>
          </a:p>
          <a:p>
            <a:pPr marL="0" indent="0">
              <a:lnSpc>
                <a:spcPct val="90000"/>
              </a:lnSpc>
              <a:buNone/>
            </a:pPr>
            <a:endParaRPr lang="en-IN" sz="1300" dirty="0"/>
          </a:p>
          <a:p>
            <a:pPr marL="0" indent="0">
              <a:lnSpc>
                <a:spcPct val="90000"/>
              </a:lnSpc>
              <a:buNone/>
            </a:pPr>
            <a:endParaRPr lang="en-IN" sz="1300" dirty="0"/>
          </a:p>
          <a:p>
            <a:pPr>
              <a:lnSpc>
                <a:spcPct val="90000"/>
              </a:lnSpc>
            </a:pPr>
            <a:r>
              <a:rPr lang="en-IN" sz="1300" b="1" dirty="0"/>
              <a:t>3. Neural Network / Learning Block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Most suitable approaches:</a:t>
            </a:r>
          </a:p>
          <a:p>
            <a:pPr>
              <a:lnSpc>
                <a:spcPct val="90000"/>
              </a:lnSpc>
            </a:pPr>
            <a:r>
              <a:rPr lang="en-IN" sz="1300" b="1" dirty="0"/>
              <a:t>A) CNN (Best Overall)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Learns spatial tremor patterns from spectrogram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Fast and edge-friendly</a:t>
            </a:r>
          </a:p>
          <a:p>
            <a:pPr>
              <a:lnSpc>
                <a:spcPct val="90000"/>
              </a:lnSpc>
            </a:pPr>
            <a:r>
              <a:rPr lang="en-IN" sz="1300" dirty="0"/>
              <a:t>Good accuracy, low memory consumption</a:t>
            </a:r>
          </a:p>
          <a:p>
            <a:pPr>
              <a:lnSpc>
                <a:spcPct val="90000"/>
              </a:lnSpc>
            </a:pPr>
            <a:br>
              <a:rPr lang="en-IN" sz="700" dirty="0"/>
            </a:br>
            <a:endParaRPr lang="en-IN" sz="700" dirty="0"/>
          </a:p>
          <a:p>
            <a:pPr>
              <a:lnSpc>
                <a:spcPct val="90000"/>
              </a:lnSpc>
            </a:pPr>
            <a:endParaRPr lang="en-IN" sz="7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AD79C-8781-713E-57C9-E7CD76488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703" y="452284"/>
            <a:ext cx="2398275" cy="532404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endParaRPr lang="en-IN" sz="700" b="1" dirty="0"/>
          </a:p>
          <a:p>
            <a:pPr>
              <a:lnSpc>
                <a:spcPct val="90000"/>
              </a:lnSpc>
            </a:pPr>
            <a:r>
              <a:rPr lang="en-IN" sz="1200" b="1" dirty="0"/>
              <a:t>B) 1D CNN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Processes raw IMU waveforms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Lightweight for microcontrollers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C) LSTM / RNN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Learns time-based patterns in tremor sequences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Better long-term temporal learning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Slightly heavier but good for phones/smartwatches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D) Transfer Learning (Optional)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Use pre-trained audio/motion models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Works if dataset is small</a:t>
            </a:r>
            <a:endParaRPr lang="en-IN" sz="1200" b="1" dirty="0"/>
          </a:p>
          <a:p>
            <a:pPr>
              <a:lnSpc>
                <a:spcPct val="90000"/>
              </a:lnSpc>
            </a:pPr>
            <a:endParaRPr lang="en-IN" sz="1200" b="1" dirty="0"/>
          </a:p>
          <a:p>
            <a:pPr marL="0" indent="0">
              <a:lnSpc>
                <a:spcPct val="90000"/>
              </a:lnSpc>
              <a:buNone/>
            </a:pPr>
            <a:endParaRPr lang="en-IN" sz="1200" b="1" dirty="0"/>
          </a:p>
          <a:p>
            <a:pPr>
              <a:lnSpc>
                <a:spcPct val="90000"/>
              </a:lnSpc>
            </a:pPr>
            <a:r>
              <a:rPr lang="en-IN" sz="1200" b="1" dirty="0"/>
              <a:t>4. Output Layer</a:t>
            </a:r>
          </a:p>
          <a:p>
            <a:pPr>
              <a:lnSpc>
                <a:spcPct val="90000"/>
              </a:lnSpc>
            </a:pPr>
            <a:r>
              <a:rPr lang="en-IN" sz="1200" b="1" dirty="0"/>
              <a:t>Classification (3 classes):</a:t>
            </a:r>
            <a:endParaRPr lang="en-IN" sz="1200" dirty="0"/>
          </a:p>
          <a:p>
            <a:pPr lvl="1">
              <a:lnSpc>
                <a:spcPct val="90000"/>
              </a:lnSpc>
            </a:pPr>
            <a:r>
              <a:rPr lang="en-IN" sz="1200" b="1" dirty="0" err="1"/>
              <a:t>tremor_rest</a:t>
            </a:r>
            <a:endParaRPr lang="en-IN" sz="1200" dirty="0"/>
          </a:p>
          <a:p>
            <a:pPr lvl="1">
              <a:lnSpc>
                <a:spcPct val="90000"/>
              </a:lnSpc>
            </a:pPr>
            <a:r>
              <a:rPr lang="en-IN" sz="1200" b="1" dirty="0" err="1"/>
              <a:t>no_tremor_rest</a:t>
            </a:r>
            <a:endParaRPr lang="en-IN" sz="1200" dirty="0"/>
          </a:p>
          <a:p>
            <a:pPr lvl="1">
              <a:lnSpc>
                <a:spcPct val="90000"/>
              </a:lnSpc>
            </a:pPr>
            <a:r>
              <a:rPr lang="en-IN" sz="1200" b="1" dirty="0" err="1"/>
              <a:t>normal_movement</a:t>
            </a:r>
            <a:endParaRPr lang="en-IN" sz="1200" dirty="0"/>
          </a:p>
          <a:p>
            <a:pPr>
              <a:lnSpc>
                <a:spcPct val="90000"/>
              </a:lnSpc>
            </a:pPr>
            <a:r>
              <a:rPr lang="en-IN" sz="1200" dirty="0"/>
              <a:t>Output: </a:t>
            </a:r>
            <a:r>
              <a:rPr lang="en-IN" sz="1200" dirty="0" err="1"/>
              <a:t>Softmax</a:t>
            </a:r>
            <a:r>
              <a:rPr lang="en-IN" sz="1200" dirty="0"/>
              <a:t> probabilities for each class</a:t>
            </a:r>
          </a:p>
          <a:p>
            <a:pPr marL="0" indent="0">
              <a:lnSpc>
                <a:spcPct val="90000"/>
              </a:lnSpc>
              <a:buNone/>
            </a:pPr>
            <a:endParaRPr lang="en-IN" sz="1200" dirty="0"/>
          </a:p>
          <a:p>
            <a:pPr marL="0" indent="0">
              <a:lnSpc>
                <a:spcPct val="90000"/>
              </a:lnSpc>
              <a:buNone/>
            </a:pPr>
            <a:endParaRPr lang="en-IN" sz="1200" dirty="0"/>
          </a:p>
          <a:p>
            <a:pPr marL="0" indent="0">
              <a:lnSpc>
                <a:spcPct val="90000"/>
              </a:lnSpc>
              <a:buNone/>
            </a:pPr>
            <a:br>
              <a:rPr lang="en-IN" sz="1200" dirty="0"/>
            </a:br>
            <a:endParaRPr lang="en-IN" sz="1200" dirty="0"/>
          </a:p>
          <a:p>
            <a:pPr>
              <a:lnSpc>
                <a:spcPct val="90000"/>
              </a:lnSpc>
            </a:pPr>
            <a:r>
              <a:rPr lang="en-IN" sz="1200" b="1" dirty="0"/>
              <a:t>5. Optimization for Edge Device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Use </a:t>
            </a:r>
            <a:r>
              <a:rPr lang="en-IN" sz="1200" b="1" dirty="0"/>
              <a:t>Quantization (int8)</a:t>
            </a:r>
            <a:r>
              <a:rPr lang="en-IN" sz="1200" dirty="0"/>
              <a:t> for smaller model size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Enable </a:t>
            </a:r>
            <a:r>
              <a:rPr lang="en-IN" sz="1200" b="1" dirty="0"/>
              <a:t>EON Compiler</a:t>
            </a:r>
            <a:r>
              <a:rPr lang="en-IN" sz="1200" dirty="0"/>
              <a:t> for high performance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Memory target: </a:t>
            </a:r>
            <a:r>
              <a:rPr lang="en-IN" sz="1200" b="1" dirty="0"/>
              <a:t>&lt;150 KB RAM</a:t>
            </a:r>
            <a:r>
              <a:rPr lang="en-IN" sz="1200" dirty="0"/>
              <a:t> (for microcontrollers)</a:t>
            </a:r>
          </a:p>
          <a:p>
            <a:pPr>
              <a:lnSpc>
                <a:spcPct val="90000"/>
              </a:lnSpc>
            </a:pPr>
            <a:r>
              <a:rPr lang="en-IN" sz="1200" dirty="0"/>
              <a:t>Latency target: </a:t>
            </a:r>
            <a:r>
              <a:rPr lang="en-IN" sz="1200" b="1" dirty="0"/>
              <a:t>&lt;50 </a:t>
            </a:r>
            <a:r>
              <a:rPr lang="en-IN" sz="1200" b="1" dirty="0" err="1"/>
              <a:t>ms</a:t>
            </a:r>
            <a:r>
              <a:rPr lang="en-IN" sz="1200" b="1" dirty="0"/>
              <a:t> per inference</a:t>
            </a:r>
            <a:endParaRPr lang="en-IN" sz="1200" dirty="0"/>
          </a:p>
          <a:p>
            <a:pPr>
              <a:lnSpc>
                <a:spcPct val="90000"/>
              </a:lnSpc>
            </a:pPr>
            <a:r>
              <a:rPr lang="en-IN" sz="1200" dirty="0"/>
              <a:t>Edge devices supported:</a:t>
            </a:r>
          </a:p>
          <a:p>
            <a:pPr lvl="1">
              <a:lnSpc>
                <a:spcPct val="90000"/>
              </a:lnSpc>
            </a:pPr>
            <a:r>
              <a:rPr lang="en-IN" sz="1200" dirty="0"/>
              <a:t>Arduino Nano 33 BLE Sense</a:t>
            </a:r>
          </a:p>
          <a:p>
            <a:pPr lvl="1">
              <a:lnSpc>
                <a:spcPct val="90000"/>
              </a:lnSpc>
            </a:pPr>
            <a:r>
              <a:rPr lang="en-IN" sz="1200" dirty="0"/>
              <a:t>ESP32</a:t>
            </a:r>
          </a:p>
          <a:p>
            <a:pPr lvl="1">
              <a:lnSpc>
                <a:spcPct val="90000"/>
              </a:lnSpc>
            </a:pPr>
            <a:r>
              <a:rPr lang="en-IN" sz="1200" dirty="0"/>
              <a:t>Smartphone</a:t>
            </a:r>
          </a:p>
          <a:p>
            <a:pPr lvl="1">
              <a:lnSpc>
                <a:spcPct val="90000"/>
              </a:lnSpc>
            </a:pPr>
            <a:r>
              <a:rPr lang="en-IN" sz="1200" dirty="0"/>
              <a:t>Nordic wearables</a:t>
            </a:r>
          </a:p>
          <a:p>
            <a:pPr>
              <a:lnSpc>
                <a:spcPct val="90000"/>
              </a:lnSpc>
            </a:pPr>
            <a:endParaRPr lang="en-IN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/>
              <a:t>9. Model Training: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417638"/>
            <a:ext cx="4040188" cy="47085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sz="1100" b="1" dirty="0"/>
              <a:t>1. Training Configuration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Epochs:</a:t>
            </a:r>
            <a:r>
              <a:rPr lang="en-IN" sz="1100" dirty="0"/>
              <a:t> </a:t>
            </a:r>
            <a:r>
              <a:rPr lang="en-IN" sz="1100" b="1" dirty="0"/>
              <a:t>50</a:t>
            </a:r>
            <a:endParaRPr lang="en-IN" sz="1100" dirty="0"/>
          </a:p>
          <a:p>
            <a:pPr lvl="1">
              <a:lnSpc>
                <a:spcPct val="90000"/>
              </a:lnSpc>
            </a:pPr>
            <a:r>
              <a:rPr lang="en-IN" sz="1100" dirty="0"/>
              <a:t>Enough for convergence without overfitting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Batch Size:</a:t>
            </a:r>
            <a:r>
              <a:rPr lang="en-IN" sz="1100" dirty="0"/>
              <a:t> </a:t>
            </a:r>
            <a:r>
              <a:rPr lang="en-IN" sz="1100" b="1" dirty="0"/>
              <a:t>32</a:t>
            </a:r>
            <a:endParaRPr lang="en-IN" sz="1100" dirty="0"/>
          </a:p>
          <a:p>
            <a:pPr lvl="1">
              <a:lnSpc>
                <a:spcPct val="90000"/>
              </a:lnSpc>
            </a:pPr>
            <a:r>
              <a:rPr lang="en-IN" sz="1100" dirty="0"/>
              <a:t>Balanced memory usage and gradient stability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Learning Rate:</a:t>
            </a:r>
            <a:r>
              <a:rPr lang="en-IN" sz="1100" dirty="0"/>
              <a:t> </a:t>
            </a:r>
            <a:r>
              <a:rPr lang="en-IN" sz="1100" b="1" dirty="0"/>
              <a:t>0.005</a:t>
            </a:r>
            <a:r>
              <a:rPr lang="en-IN" sz="1100" dirty="0"/>
              <a:t> (initial)</a:t>
            </a:r>
          </a:p>
          <a:p>
            <a:pPr lvl="1">
              <a:lnSpc>
                <a:spcPct val="90000"/>
              </a:lnSpc>
            </a:pPr>
            <a:r>
              <a:rPr lang="en-IN" sz="1100" dirty="0"/>
              <a:t>Can reduce using LR scheduler if loss plateaus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Optimizer:</a:t>
            </a:r>
            <a:r>
              <a:rPr lang="en-IN" sz="1100" dirty="0"/>
              <a:t> Adam (recommended)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Loss Function:</a:t>
            </a:r>
            <a:r>
              <a:rPr lang="en-IN" sz="1100" dirty="0"/>
              <a:t> Categorical Cross-Entropy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100" dirty="0"/>
            </a:br>
            <a:endParaRPr lang="en-IN" sz="1100" dirty="0"/>
          </a:p>
          <a:p>
            <a:pPr>
              <a:lnSpc>
                <a:spcPct val="90000"/>
              </a:lnSpc>
            </a:pPr>
            <a:r>
              <a:rPr lang="en-IN" sz="1100" b="1" dirty="0"/>
              <a:t>2. Train–Test Split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Auto-split:</a:t>
            </a:r>
            <a:endParaRPr lang="en-IN" sz="1100" dirty="0"/>
          </a:p>
          <a:p>
            <a:pPr lvl="1">
              <a:lnSpc>
                <a:spcPct val="90000"/>
              </a:lnSpc>
            </a:pPr>
            <a:r>
              <a:rPr lang="en-IN" sz="1100" b="1" dirty="0"/>
              <a:t>80% training / 20% testing</a:t>
            </a:r>
            <a:r>
              <a:rPr lang="en-IN" sz="1100" dirty="0"/>
              <a:t> (default in Edge Impulse)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Recommended for final model:</a:t>
            </a:r>
            <a:endParaRPr lang="en-IN" sz="1100" dirty="0"/>
          </a:p>
          <a:p>
            <a:pPr lvl="1">
              <a:lnSpc>
                <a:spcPct val="90000"/>
              </a:lnSpc>
            </a:pPr>
            <a:r>
              <a:rPr lang="en-IN" sz="1100" b="1" dirty="0"/>
              <a:t>Cross-subject validation</a:t>
            </a:r>
            <a:r>
              <a:rPr lang="en-IN" sz="1100" dirty="0"/>
              <a:t> (test on unseen participants)</a:t>
            </a:r>
          </a:p>
          <a:p>
            <a:pPr lvl="1">
              <a:lnSpc>
                <a:spcPct val="90000"/>
              </a:lnSpc>
            </a:pPr>
            <a:r>
              <a:rPr lang="en-IN" sz="1100" dirty="0"/>
              <a:t>Ensures the model generalizes to new users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100" dirty="0"/>
            </a:br>
            <a:endParaRPr lang="en-IN" sz="1100" dirty="0"/>
          </a:p>
          <a:p>
            <a:pPr>
              <a:lnSpc>
                <a:spcPct val="90000"/>
              </a:lnSpc>
            </a:pPr>
            <a:r>
              <a:rPr lang="en-IN" sz="1100" b="1" dirty="0"/>
              <a:t>3. Performance Metrics to Monitor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Accuracy</a:t>
            </a:r>
            <a:r>
              <a:rPr lang="en-IN" sz="1100" dirty="0"/>
              <a:t> (overall model score)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Loss</a:t>
            </a:r>
            <a:r>
              <a:rPr lang="en-IN" sz="1100" dirty="0"/>
              <a:t> (training stability)</a:t>
            </a:r>
          </a:p>
          <a:p>
            <a:pPr marL="0" indent="0">
              <a:lnSpc>
                <a:spcPct val="90000"/>
              </a:lnSpc>
              <a:buNone/>
            </a:pPr>
            <a:endParaRPr lang="en-IN" sz="11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40C89-C484-294F-59D8-3917BA3A2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417638"/>
            <a:ext cx="4041775" cy="470852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IN" sz="1100" dirty="0"/>
          </a:p>
          <a:p>
            <a:pPr>
              <a:lnSpc>
                <a:spcPct val="90000"/>
              </a:lnSpc>
            </a:pPr>
            <a:r>
              <a:rPr lang="en-IN" sz="1100" b="1" dirty="0"/>
              <a:t>Class-wise Recall</a:t>
            </a:r>
            <a:endParaRPr lang="en-IN" sz="1100" dirty="0"/>
          </a:p>
          <a:p>
            <a:pPr lvl="1">
              <a:lnSpc>
                <a:spcPct val="90000"/>
              </a:lnSpc>
            </a:pPr>
            <a:r>
              <a:rPr lang="en-IN" sz="1100" b="1" dirty="0" err="1"/>
              <a:t>tremor_rest</a:t>
            </a:r>
            <a:r>
              <a:rPr lang="en-IN" sz="1100" b="1" dirty="0"/>
              <a:t> recall</a:t>
            </a:r>
            <a:r>
              <a:rPr lang="en-IN" sz="1100" dirty="0"/>
              <a:t> is the most important metric</a:t>
            </a:r>
          </a:p>
          <a:p>
            <a:pPr lvl="1">
              <a:lnSpc>
                <a:spcPct val="90000"/>
              </a:lnSpc>
            </a:pPr>
            <a:r>
              <a:rPr lang="en-IN" sz="1100" dirty="0"/>
              <a:t>Missing tremor = false negative = unsafe for healthcare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Confusion Matrix</a:t>
            </a:r>
            <a:endParaRPr lang="en-IN" sz="1100" dirty="0"/>
          </a:p>
          <a:p>
            <a:pPr lvl="1">
              <a:lnSpc>
                <a:spcPct val="90000"/>
              </a:lnSpc>
            </a:pPr>
            <a:r>
              <a:rPr lang="en-IN" sz="1100" dirty="0"/>
              <a:t>Helps </a:t>
            </a:r>
            <a:r>
              <a:rPr lang="en-IN" sz="1100" dirty="0" err="1"/>
              <a:t>analyze</a:t>
            </a:r>
            <a:r>
              <a:rPr lang="en-IN" sz="1100" dirty="0"/>
              <a:t> where misclassifications occur</a:t>
            </a:r>
          </a:p>
          <a:p>
            <a:pPr>
              <a:lnSpc>
                <a:spcPct val="90000"/>
              </a:lnSpc>
            </a:pPr>
            <a:br>
              <a:rPr lang="en-IN" sz="1100" dirty="0"/>
            </a:br>
            <a:endParaRPr lang="en-IN" sz="1100" dirty="0"/>
          </a:p>
          <a:p>
            <a:pPr>
              <a:lnSpc>
                <a:spcPct val="90000"/>
              </a:lnSpc>
            </a:pPr>
            <a:r>
              <a:rPr lang="en-IN" sz="1100" b="1" dirty="0"/>
              <a:t>4. Training Tips</a:t>
            </a:r>
          </a:p>
          <a:p>
            <a:pPr>
              <a:lnSpc>
                <a:spcPct val="90000"/>
              </a:lnSpc>
            </a:pPr>
            <a:r>
              <a:rPr lang="en-IN" sz="1100" dirty="0"/>
              <a:t>Apply </a:t>
            </a:r>
            <a:r>
              <a:rPr lang="en-IN" sz="1100" b="1" dirty="0"/>
              <a:t>early stopping</a:t>
            </a:r>
            <a:r>
              <a:rPr lang="en-IN" sz="1100" dirty="0"/>
              <a:t> if validation loss increases</a:t>
            </a:r>
          </a:p>
          <a:p>
            <a:pPr>
              <a:lnSpc>
                <a:spcPct val="90000"/>
              </a:lnSpc>
            </a:pPr>
            <a:r>
              <a:rPr lang="en-IN" sz="1100" dirty="0"/>
              <a:t>Track tremor detection performance across sessions</a:t>
            </a:r>
          </a:p>
          <a:p>
            <a:pPr>
              <a:lnSpc>
                <a:spcPct val="90000"/>
              </a:lnSpc>
            </a:pPr>
            <a:r>
              <a:rPr lang="en-IN" sz="1100" dirty="0"/>
              <a:t>Validate the model on:</a:t>
            </a:r>
          </a:p>
          <a:p>
            <a:pPr lvl="1">
              <a:lnSpc>
                <a:spcPct val="90000"/>
              </a:lnSpc>
            </a:pPr>
            <a:r>
              <a:rPr lang="en-IN" sz="1100" dirty="0"/>
              <a:t>Different times of day</a:t>
            </a:r>
          </a:p>
          <a:p>
            <a:pPr lvl="1">
              <a:lnSpc>
                <a:spcPct val="90000"/>
              </a:lnSpc>
            </a:pPr>
            <a:r>
              <a:rPr lang="en-IN" sz="1100" dirty="0"/>
              <a:t>Slightly different wrist orientations</a:t>
            </a:r>
          </a:p>
          <a:p>
            <a:pPr lvl="1">
              <a:lnSpc>
                <a:spcPct val="90000"/>
              </a:lnSpc>
            </a:pPr>
            <a:r>
              <a:rPr lang="en-IN" sz="1100" dirty="0"/>
              <a:t>Different subjects (if possible)</a:t>
            </a:r>
          </a:p>
          <a:p>
            <a:pPr>
              <a:lnSpc>
                <a:spcPct val="90000"/>
              </a:lnSpc>
            </a:pPr>
            <a:br>
              <a:rPr lang="en-IN" sz="1100" dirty="0"/>
            </a:br>
            <a:endParaRPr lang="en-IN" sz="1100" dirty="0"/>
          </a:p>
          <a:p>
            <a:pPr>
              <a:lnSpc>
                <a:spcPct val="90000"/>
              </a:lnSpc>
            </a:pPr>
            <a:r>
              <a:rPr lang="en-IN" sz="1100" b="1" dirty="0"/>
              <a:t>PPT-Friendly Summary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Epochs:</a:t>
            </a:r>
            <a:r>
              <a:rPr lang="en-IN" sz="1100" dirty="0"/>
              <a:t> 50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Batch size:</a:t>
            </a:r>
            <a:r>
              <a:rPr lang="en-IN" sz="1100" dirty="0"/>
              <a:t> 32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LR:</a:t>
            </a:r>
            <a:r>
              <a:rPr lang="en-IN" sz="1100" dirty="0"/>
              <a:t> 0.005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Split:</a:t>
            </a:r>
            <a:r>
              <a:rPr lang="en-IN" sz="1100" dirty="0"/>
              <a:t> 80/20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Focus:</a:t>
            </a:r>
            <a:r>
              <a:rPr lang="en-IN" sz="1100" dirty="0"/>
              <a:t> tremor recall + confusion matrix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10. Validation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4400" b="1" dirty="0"/>
              <a:t>1. Test Dataset Evaluation</a:t>
            </a:r>
          </a:p>
          <a:p>
            <a:r>
              <a:rPr lang="en-US" sz="4400" dirty="0"/>
              <a:t>Use Edge Impulse’s </a:t>
            </a:r>
            <a:r>
              <a:rPr lang="en-US" sz="4400" b="1" dirty="0"/>
              <a:t>20% test dataset</a:t>
            </a:r>
            <a:r>
              <a:rPr lang="en-US" sz="4400" dirty="0"/>
              <a:t> (auto-split or manual split)</a:t>
            </a:r>
          </a:p>
          <a:p>
            <a:r>
              <a:rPr lang="en-US" sz="4400" dirty="0"/>
              <a:t>Evaluate:</a:t>
            </a:r>
          </a:p>
          <a:p>
            <a:pPr lvl="1"/>
            <a:r>
              <a:rPr lang="en-US" sz="4400" b="1" dirty="0"/>
              <a:t>Accuracy</a:t>
            </a:r>
            <a:endParaRPr lang="en-US" sz="4400" dirty="0"/>
          </a:p>
          <a:p>
            <a:pPr lvl="1"/>
            <a:r>
              <a:rPr lang="en-US" sz="4400" b="1" dirty="0"/>
              <a:t>Precision / Recall / F1-score</a:t>
            </a:r>
            <a:endParaRPr lang="en-US" sz="4400" dirty="0"/>
          </a:p>
          <a:p>
            <a:pPr lvl="1"/>
            <a:r>
              <a:rPr lang="en-US" sz="4400" b="1" dirty="0"/>
              <a:t>Per-class metrics</a:t>
            </a:r>
            <a:r>
              <a:rPr lang="en-US" sz="4400" dirty="0"/>
              <a:t> for:</a:t>
            </a:r>
          </a:p>
          <a:p>
            <a:pPr lvl="2"/>
            <a:r>
              <a:rPr lang="en-US" sz="4400" dirty="0" err="1"/>
              <a:t>tremor_rest</a:t>
            </a:r>
            <a:endParaRPr lang="en-US" sz="4400" dirty="0"/>
          </a:p>
          <a:p>
            <a:pPr lvl="2"/>
            <a:r>
              <a:rPr lang="en-US" sz="4400" dirty="0" err="1"/>
              <a:t>no_tremor_rest</a:t>
            </a:r>
            <a:endParaRPr lang="en-US" sz="4400" dirty="0"/>
          </a:p>
          <a:p>
            <a:pPr lvl="2"/>
            <a:r>
              <a:rPr lang="en-US" sz="4400" dirty="0" err="1"/>
              <a:t>normal_movement</a:t>
            </a:r>
            <a:endParaRPr lang="en-US" sz="4400" dirty="0"/>
          </a:p>
          <a:p>
            <a:pPr lvl="2"/>
            <a:endParaRPr lang="en-US" sz="4400" dirty="0"/>
          </a:p>
          <a:p>
            <a:pPr marL="914400" lvl="2" indent="0">
              <a:buNone/>
            </a:pPr>
            <a:br>
              <a:rPr lang="en-US" sz="4400" dirty="0"/>
            </a:br>
            <a:endParaRPr lang="en-US" sz="4400" dirty="0"/>
          </a:p>
          <a:p>
            <a:r>
              <a:rPr lang="en-US" sz="4400" b="1" dirty="0"/>
              <a:t>2. Confusion Matrix Analysis</a:t>
            </a:r>
          </a:p>
          <a:p>
            <a:r>
              <a:rPr lang="en-US" sz="4400" dirty="0"/>
              <a:t>Identify real-world performance:</a:t>
            </a:r>
          </a:p>
          <a:p>
            <a:pPr lvl="1"/>
            <a:r>
              <a:rPr lang="en-US" sz="4400" dirty="0"/>
              <a:t>High recall for </a:t>
            </a:r>
            <a:r>
              <a:rPr lang="en-US" sz="4400" b="1" dirty="0" err="1"/>
              <a:t>tremor_rest</a:t>
            </a:r>
            <a:r>
              <a:rPr lang="en-US" sz="4400" dirty="0"/>
              <a:t> → critical for healthcare</a:t>
            </a:r>
          </a:p>
          <a:p>
            <a:pPr lvl="1"/>
            <a:r>
              <a:rPr lang="en-US" sz="4400" dirty="0"/>
              <a:t>Check if </a:t>
            </a:r>
            <a:r>
              <a:rPr lang="en-US" sz="4400" dirty="0" err="1"/>
              <a:t>normal_movement</a:t>
            </a:r>
            <a:r>
              <a:rPr lang="en-US" sz="4400" dirty="0"/>
              <a:t> is misclassified as tremor</a:t>
            </a:r>
          </a:p>
          <a:p>
            <a:pPr lvl="1"/>
            <a:r>
              <a:rPr lang="en-US" sz="4400" dirty="0"/>
              <a:t>Analyze </a:t>
            </a:r>
            <a:r>
              <a:rPr lang="en-US" sz="4400" dirty="0" err="1"/>
              <a:t>no_tremor_rest</a:t>
            </a:r>
            <a:r>
              <a:rPr lang="en-US" sz="4400" dirty="0"/>
              <a:t> failures (quiet hand moments)</a:t>
            </a:r>
          </a:p>
          <a:p>
            <a:pPr marL="0" indent="0">
              <a:buNone/>
            </a:pPr>
            <a:br>
              <a:rPr lang="en-US" sz="4400" dirty="0"/>
            </a:br>
            <a:endParaRPr lang="en-US" sz="4400" dirty="0"/>
          </a:p>
          <a:p>
            <a:pPr marL="0" indent="0">
              <a:buNone/>
            </a:pPr>
            <a:endParaRPr lang="en-US" sz="4400" dirty="0"/>
          </a:p>
          <a:p>
            <a:r>
              <a:rPr lang="en-US" sz="4400" b="1" dirty="0"/>
              <a:t>3. Cross-Subject Testing (Recommended)</a:t>
            </a:r>
          </a:p>
          <a:p>
            <a:r>
              <a:rPr lang="en-US" sz="4400" dirty="0"/>
              <a:t>Train on data from one user</a:t>
            </a:r>
          </a:p>
          <a:p>
            <a:r>
              <a:rPr lang="en-US" sz="4400" dirty="0"/>
              <a:t>Test on a </a:t>
            </a:r>
            <a:r>
              <a:rPr lang="en-US" sz="4400" b="1" dirty="0"/>
              <a:t>new subject</a:t>
            </a:r>
            <a:endParaRPr lang="en-US" sz="4400" dirty="0"/>
          </a:p>
          <a:p>
            <a:r>
              <a:rPr lang="en-US" sz="4400" dirty="0"/>
              <a:t>Ensures the model generalizes to new patients</a:t>
            </a:r>
          </a:p>
          <a:p>
            <a:r>
              <a:rPr lang="en-US" sz="4400" dirty="0"/>
              <a:t>Helps reduce overfitting to one person’s motion pattern</a:t>
            </a:r>
          </a:p>
          <a:p>
            <a:pPr marL="0" indent="0">
              <a:buNone/>
            </a:pPr>
            <a:endParaRPr lang="en-US" sz="4400" dirty="0"/>
          </a:p>
          <a:p>
            <a:pPr>
              <a:defRPr sz="1800"/>
            </a:pP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A2617-EB6A-C5FC-13A3-DEEBFEFE29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4400" b="1" dirty="0"/>
              <a:t>4. Real-World Testing</a:t>
            </a:r>
          </a:p>
          <a:p>
            <a:r>
              <a:rPr lang="en-US" sz="4400" dirty="0"/>
              <a:t>Deploy the model to:</a:t>
            </a:r>
          </a:p>
          <a:p>
            <a:pPr lvl="1"/>
            <a:r>
              <a:rPr lang="en-US" sz="4400" dirty="0"/>
              <a:t>Smartphone</a:t>
            </a:r>
          </a:p>
          <a:p>
            <a:pPr lvl="1"/>
            <a:r>
              <a:rPr lang="en-US" sz="4400" dirty="0"/>
              <a:t>Smartwatch</a:t>
            </a:r>
          </a:p>
          <a:p>
            <a:pPr lvl="1"/>
            <a:r>
              <a:rPr lang="en-US" sz="4400" dirty="0"/>
              <a:t>Edge device (ESP32 / Arduino Nano BLE Sense)</a:t>
            </a:r>
          </a:p>
          <a:p>
            <a:r>
              <a:rPr lang="en-US" sz="4400" dirty="0"/>
              <a:t>Perform real-time tests:</a:t>
            </a:r>
          </a:p>
          <a:p>
            <a:pPr lvl="1"/>
            <a:r>
              <a:rPr lang="en-US" sz="4400" dirty="0"/>
              <a:t>Record tremor and non-tremor sessions</a:t>
            </a:r>
          </a:p>
          <a:p>
            <a:pPr lvl="1"/>
            <a:r>
              <a:rPr lang="en-US" sz="4400" dirty="0"/>
              <a:t>Validate detection speed (&lt;100 </a:t>
            </a:r>
            <a:r>
              <a:rPr lang="en-US" sz="4400" dirty="0" err="1"/>
              <a:t>ms</a:t>
            </a:r>
            <a:r>
              <a:rPr lang="en-US" sz="4400" dirty="0"/>
              <a:t> inference)</a:t>
            </a:r>
          </a:p>
          <a:p>
            <a:pPr lvl="1"/>
            <a:r>
              <a:rPr lang="en-US" sz="4400" dirty="0"/>
              <a:t>Test in different conditions (sitting, resting, relaxed)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br>
              <a:rPr lang="en-US" sz="4400" dirty="0"/>
            </a:br>
            <a:endParaRPr lang="en-US" sz="4400" dirty="0"/>
          </a:p>
          <a:p>
            <a:r>
              <a:rPr lang="en-US" sz="4400" b="1" dirty="0"/>
              <a:t>5. Robustness Checks</a:t>
            </a:r>
          </a:p>
          <a:p>
            <a:r>
              <a:rPr lang="en-US" sz="4400" dirty="0"/>
              <a:t>Test with:</a:t>
            </a:r>
          </a:p>
          <a:p>
            <a:pPr lvl="1"/>
            <a:r>
              <a:rPr lang="en-US" sz="4400" dirty="0"/>
              <a:t>Slight wrist rotation</a:t>
            </a:r>
          </a:p>
          <a:p>
            <a:pPr lvl="1"/>
            <a:r>
              <a:rPr lang="en-US" sz="4400" dirty="0"/>
              <a:t>Different hand postures</a:t>
            </a:r>
          </a:p>
          <a:p>
            <a:pPr lvl="1"/>
            <a:r>
              <a:rPr lang="en-US" sz="4400" dirty="0"/>
              <a:t>Background vibrations</a:t>
            </a:r>
          </a:p>
          <a:p>
            <a:pPr lvl="1"/>
            <a:r>
              <a:rPr lang="en-US" sz="4400" dirty="0"/>
              <a:t>Irregular noise movements</a:t>
            </a:r>
          </a:p>
          <a:p>
            <a:r>
              <a:rPr lang="en-US" sz="4400" dirty="0"/>
              <a:t>Check model’s consistency in predicting the tremor class</a:t>
            </a:r>
          </a:p>
          <a:p>
            <a:endParaRPr lang="en-US" sz="4400" dirty="0"/>
          </a:p>
          <a:p>
            <a:pPr marL="0" indent="0">
              <a:buNone/>
            </a:pPr>
            <a:br>
              <a:rPr lang="en-US" sz="4400" dirty="0"/>
            </a:br>
            <a:endParaRPr lang="en-US" sz="4400" dirty="0"/>
          </a:p>
          <a:p>
            <a:r>
              <a:rPr lang="en-US" sz="4400" b="1" dirty="0"/>
              <a:t>6. Outcome Documentation</a:t>
            </a:r>
          </a:p>
          <a:p>
            <a:r>
              <a:rPr lang="en-US" sz="4400" dirty="0"/>
              <a:t>Include in your final report:</a:t>
            </a:r>
          </a:p>
          <a:p>
            <a:r>
              <a:rPr lang="en-US" sz="4400" dirty="0"/>
              <a:t>Accuracy, F1-score</a:t>
            </a:r>
          </a:p>
          <a:p>
            <a:r>
              <a:rPr lang="en-US" sz="4400" dirty="0"/>
              <a:t>Confusion matrix</a:t>
            </a:r>
          </a:p>
          <a:p>
            <a:r>
              <a:rPr lang="en-US" sz="4400" dirty="0"/>
              <a:t>Sample waveforms of correct/incorrect classifications</a:t>
            </a:r>
          </a:p>
          <a:p>
            <a:r>
              <a:rPr lang="en-US" sz="4400" dirty="0"/>
              <a:t>Real-time demo results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11. Optimization for Edge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783E2D-679A-BA3F-7709-EE9781D5CB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85082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8377"/>
            <a:ext cx="7886700" cy="1325563"/>
          </a:xfrm>
        </p:spPr>
        <p:txBody>
          <a:bodyPr>
            <a:normAutofit/>
          </a:bodyPr>
          <a:lstStyle/>
          <a:p>
            <a:r>
              <a:rPr lang="en-IN"/>
              <a:t>12. Deployment Options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386" y="1683834"/>
            <a:ext cx="4128600" cy="428937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000" b="1" dirty="0"/>
              <a:t>1. Smartphone Deployment (Android/iOS)</a:t>
            </a:r>
          </a:p>
          <a:p>
            <a:pPr>
              <a:lnSpc>
                <a:spcPct val="90000"/>
              </a:lnSpc>
            </a:pPr>
            <a:r>
              <a:rPr lang="en-IN" sz="1000" dirty="0"/>
              <a:t>Use the </a:t>
            </a:r>
            <a:r>
              <a:rPr lang="en-IN" sz="1000" b="1" dirty="0"/>
              <a:t>Edge Impulse mobile runtime</a:t>
            </a:r>
            <a:r>
              <a:rPr lang="en-IN" sz="1000" dirty="0"/>
              <a:t> or custom app</a:t>
            </a:r>
          </a:p>
          <a:p>
            <a:pPr>
              <a:lnSpc>
                <a:spcPct val="90000"/>
              </a:lnSpc>
            </a:pPr>
            <a:r>
              <a:rPr lang="en-IN" sz="1000" dirty="0"/>
              <a:t>The model runs locally on the device using:</a:t>
            </a:r>
          </a:p>
          <a:p>
            <a:pPr lvl="1">
              <a:lnSpc>
                <a:spcPct val="90000"/>
              </a:lnSpc>
            </a:pPr>
            <a:r>
              <a:rPr lang="en-IN" sz="1000" dirty="0"/>
              <a:t>Phone’s </a:t>
            </a:r>
            <a:r>
              <a:rPr lang="en-IN" sz="1000" b="1" dirty="0"/>
              <a:t>accelerometer &amp; gyroscope</a:t>
            </a:r>
            <a:endParaRPr lang="en-IN" sz="1000" dirty="0"/>
          </a:p>
          <a:p>
            <a:pPr lvl="1">
              <a:lnSpc>
                <a:spcPct val="90000"/>
              </a:lnSpc>
            </a:pPr>
            <a:r>
              <a:rPr lang="en-IN" sz="1000" b="1" dirty="0"/>
              <a:t>On-device inference</a:t>
            </a:r>
            <a:r>
              <a:rPr lang="en-IN" sz="1000" dirty="0"/>
              <a:t> (no internet required)</a:t>
            </a:r>
          </a:p>
          <a:p>
            <a:pPr>
              <a:lnSpc>
                <a:spcPct val="90000"/>
              </a:lnSpc>
            </a:pPr>
            <a:r>
              <a:rPr lang="en-IN" sz="1000" dirty="0"/>
              <a:t>Benefits:</a:t>
            </a:r>
          </a:p>
          <a:p>
            <a:pPr lvl="1">
              <a:lnSpc>
                <a:spcPct val="90000"/>
              </a:lnSpc>
            </a:pPr>
            <a:r>
              <a:rPr lang="en-IN" sz="1000" dirty="0"/>
              <a:t>Easy to test and iterate</a:t>
            </a:r>
          </a:p>
          <a:p>
            <a:pPr lvl="1">
              <a:lnSpc>
                <a:spcPct val="90000"/>
              </a:lnSpc>
            </a:pPr>
            <a:r>
              <a:rPr lang="en-IN" sz="1000" dirty="0"/>
              <a:t>Real-time tremor monitoring</a:t>
            </a:r>
          </a:p>
          <a:p>
            <a:pPr lvl="1">
              <a:lnSpc>
                <a:spcPct val="90000"/>
              </a:lnSpc>
            </a:pPr>
            <a:r>
              <a:rPr lang="en-IN" sz="1000" dirty="0"/>
              <a:t>Ideal for early-stage prototypes</a:t>
            </a:r>
          </a:p>
          <a:p>
            <a:pPr>
              <a:lnSpc>
                <a:spcPct val="90000"/>
              </a:lnSpc>
            </a:pPr>
            <a:r>
              <a:rPr lang="en-IN" sz="1000" dirty="0"/>
              <a:t>Application:</a:t>
            </a:r>
          </a:p>
          <a:p>
            <a:pPr lvl="1">
              <a:lnSpc>
                <a:spcPct val="90000"/>
              </a:lnSpc>
            </a:pPr>
            <a:r>
              <a:rPr lang="en-IN" sz="1000" dirty="0"/>
              <a:t>Background monitoring</a:t>
            </a:r>
          </a:p>
          <a:p>
            <a:pPr lvl="1">
              <a:lnSpc>
                <a:spcPct val="90000"/>
              </a:lnSpc>
            </a:pPr>
            <a:r>
              <a:rPr lang="en-IN" sz="1000" dirty="0"/>
              <a:t>Activity logs for clinicians</a:t>
            </a:r>
          </a:p>
          <a:p>
            <a:pPr lvl="1">
              <a:lnSpc>
                <a:spcPct val="90000"/>
              </a:lnSpc>
            </a:pPr>
            <a:r>
              <a:rPr lang="en-IN" sz="1000" dirty="0"/>
              <a:t>Instant alerts for abnormal tremor patterns</a:t>
            </a:r>
          </a:p>
          <a:p>
            <a:pPr lvl="1">
              <a:lnSpc>
                <a:spcPct val="90000"/>
              </a:lnSpc>
            </a:pPr>
            <a:endParaRPr lang="en-IN" sz="1000" dirty="0"/>
          </a:p>
          <a:p>
            <a:pPr>
              <a:lnSpc>
                <a:spcPct val="90000"/>
              </a:lnSpc>
            </a:pPr>
            <a:r>
              <a:rPr lang="en-US" sz="1000" b="1" dirty="0"/>
              <a:t>Wearable Deployment (Smartwatches / Wristbands)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Target devices: Wear OS watches, Apple Watch, or ESP32-based wearables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Edge ML benefits: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Continuous monitoring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Low power consumption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Hands-free operation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Workflow: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Data acquisition → On-device processing → Tremor prediction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Vibration or notification when tremor exceeds threshold</a:t>
            </a:r>
          </a:p>
          <a:p>
            <a:pPr lvl="1">
              <a:lnSpc>
                <a:spcPct val="90000"/>
              </a:lnSpc>
            </a:pPr>
            <a:endParaRPr lang="en-IN" sz="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F17BE-15C3-63E7-D5E6-629D173CB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2015" y="1683834"/>
            <a:ext cx="3823335" cy="428937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50" b="1" dirty="0"/>
              <a:t>4. </a:t>
            </a:r>
            <a:r>
              <a:rPr lang="en-US" sz="1050" b="1" dirty="0" err="1"/>
              <a:t>WebAssembly</a:t>
            </a:r>
            <a:r>
              <a:rPr lang="en-US" sz="1050" b="1" dirty="0"/>
              <a:t> Deployment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Run the model directly in a </a:t>
            </a:r>
            <a:r>
              <a:rPr lang="en-US" sz="1050" b="1" dirty="0"/>
              <a:t>web browser</a:t>
            </a:r>
            <a:endParaRPr lang="en-US" sz="1050" dirty="0"/>
          </a:p>
          <a:p>
            <a:pPr>
              <a:lnSpc>
                <a:spcPct val="90000"/>
              </a:lnSpc>
            </a:pPr>
            <a:r>
              <a:rPr lang="en-US" sz="1050" dirty="0"/>
              <a:t>Benefits: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Zero installation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Instant telemedicine demos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Works with laptop/phone motion sensors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Use case: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Patient monitoring dashboard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Remote clinician review</a:t>
            </a:r>
          </a:p>
          <a:p>
            <a:pPr>
              <a:lnSpc>
                <a:spcPct val="90000"/>
              </a:lnSpc>
            </a:pPr>
            <a:r>
              <a:rPr lang="en-US" sz="1050" b="1" dirty="0"/>
              <a:t>5. Cloud + Edge Hybrid Deployment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Edge device performs </a:t>
            </a:r>
            <a:r>
              <a:rPr lang="en-US" sz="1050" b="1" dirty="0"/>
              <a:t>real-time inference</a:t>
            </a:r>
            <a:endParaRPr lang="en-US" sz="1050" dirty="0"/>
          </a:p>
          <a:p>
            <a:pPr>
              <a:lnSpc>
                <a:spcPct val="90000"/>
              </a:lnSpc>
            </a:pPr>
            <a:r>
              <a:rPr lang="en-US" sz="1050" dirty="0"/>
              <a:t>Summary data uploaded to cloud for: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Long-term analytics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Trend tracking</a:t>
            </a:r>
          </a:p>
          <a:p>
            <a:pPr lvl="1">
              <a:lnSpc>
                <a:spcPct val="90000"/>
              </a:lnSpc>
            </a:pPr>
            <a:r>
              <a:rPr lang="en-US" sz="1050" dirty="0"/>
              <a:t>Doctor dashboards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Ideal for large-scale clinical studies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Ensures privacy since raw data stays on edge device</a:t>
            </a:r>
          </a:p>
          <a:p>
            <a:pPr>
              <a:lnSpc>
                <a:spcPct val="90000"/>
              </a:lnSpc>
            </a:pPr>
            <a:br>
              <a:rPr lang="en-US" sz="1050" dirty="0"/>
            </a:br>
            <a:endParaRPr lang="en-US" sz="1050" dirty="0"/>
          </a:p>
          <a:p>
            <a:pPr>
              <a:lnSpc>
                <a:spcPct val="90000"/>
              </a:lnSpc>
            </a:pPr>
            <a:r>
              <a:rPr lang="en-US" sz="1050" b="1" dirty="0"/>
              <a:t>6. Deployment Output Features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Live tremor prediction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Graph of tremor severity over time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Logging daily tremor frequency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Alerts when tremor intensity rises</a:t>
            </a:r>
          </a:p>
          <a:p>
            <a:pPr>
              <a:lnSpc>
                <a:spcPct val="90000"/>
              </a:lnSpc>
            </a:pPr>
            <a:endParaRPr lang="en-IN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13. Results &amp; Metrics (Example placeholders)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E4B9BDE-63A8-0A1C-0505-D2D16E498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200" b="1"/>
              <a:t>1. Overall Classification Performance</a:t>
            </a:r>
          </a:p>
          <a:p>
            <a:pPr>
              <a:lnSpc>
                <a:spcPct val="90000"/>
              </a:lnSpc>
            </a:pPr>
            <a:r>
              <a:rPr lang="en-IN" sz="1200" b="1"/>
              <a:t>Accuracy:</a:t>
            </a:r>
            <a:r>
              <a:rPr lang="en-IN" sz="1200"/>
              <a:t> </a:t>
            </a:r>
            <a:r>
              <a:rPr lang="en-IN" sz="1200" i="1"/>
              <a:t>92.8%</a:t>
            </a:r>
            <a:endParaRPr lang="en-IN" sz="1200"/>
          </a:p>
          <a:p>
            <a:pPr>
              <a:lnSpc>
                <a:spcPct val="90000"/>
              </a:lnSpc>
            </a:pPr>
            <a:r>
              <a:rPr lang="en-IN" sz="1200" b="1"/>
              <a:t>Loss:</a:t>
            </a:r>
            <a:r>
              <a:rPr lang="en-IN" sz="1200"/>
              <a:t> </a:t>
            </a:r>
            <a:r>
              <a:rPr lang="en-IN" sz="1200" i="1"/>
              <a:t>0.23</a:t>
            </a:r>
            <a:endParaRPr lang="en-IN" sz="1200"/>
          </a:p>
          <a:p>
            <a:pPr>
              <a:lnSpc>
                <a:spcPct val="90000"/>
              </a:lnSpc>
            </a:pPr>
            <a:r>
              <a:rPr lang="en-IN" sz="1200"/>
              <a:t>*</a:t>
            </a:r>
            <a:r>
              <a:rPr lang="en-IN" sz="1200" i="1"/>
              <a:t>F1-Score (macro):</a:t>
            </a:r>
            <a:r>
              <a:rPr lang="en-IN" sz="1200"/>
              <a:t> </a:t>
            </a:r>
            <a:r>
              <a:rPr lang="en-IN" sz="1200" i="1"/>
              <a:t>91.4%</a:t>
            </a:r>
          </a:p>
          <a:p>
            <a:pPr>
              <a:lnSpc>
                <a:spcPct val="90000"/>
              </a:lnSpc>
            </a:pPr>
            <a:endParaRPr lang="en-IN" sz="1200" i="1"/>
          </a:p>
          <a:p>
            <a:pPr>
              <a:lnSpc>
                <a:spcPct val="90000"/>
              </a:lnSpc>
            </a:pPr>
            <a:r>
              <a:rPr lang="en-IN" sz="1200" b="1"/>
              <a:t>3. Confusion Matrix Summary</a:t>
            </a:r>
          </a:p>
          <a:p>
            <a:pPr>
              <a:lnSpc>
                <a:spcPct val="90000"/>
              </a:lnSpc>
            </a:pPr>
            <a:r>
              <a:rPr lang="en-IN" sz="1200" b="1"/>
              <a:t>tremor_rest</a:t>
            </a:r>
            <a:r>
              <a:rPr lang="en-IN" sz="1200"/>
              <a:t> rarely misclassified → </a:t>
            </a:r>
            <a:r>
              <a:rPr lang="en-IN" sz="1200" i="1"/>
              <a:t>strong signal pattern</a:t>
            </a:r>
            <a:endParaRPr lang="en-IN" sz="1200"/>
          </a:p>
          <a:p>
            <a:pPr>
              <a:lnSpc>
                <a:spcPct val="90000"/>
              </a:lnSpc>
            </a:pPr>
            <a:r>
              <a:rPr lang="en-IN" sz="1200"/>
              <a:t>Some confusion between </a:t>
            </a:r>
            <a:r>
              <a:rPr lang="en-IN" sz="1200" b="1"/>
              <a:t>normal_movement</a:t>
            </a:r>
            <a:r>
              <a:rPr lang="en-IN" sz="1200"/>
              <a:t> and </a:t>
            </a:r>
            <a:r>
              <a:rPr lang="en-IN" sz="1200" b="1"/>
              <a:t>no_tremor_rest</a:t>
            </a:r>
            <a:r>
              <a:rPr lang="en-IN" sz="1200"/>
              <a:t> → expected</a:t>
            </a:r>
          </a:p>
          <a:p>
            <a:pPr>
              <a:lnSpc>
                <a:spcPct val="90000"/>
              </a:lnSpc>
            </a:pPr>
            <a:r>
              <a:rPr lang="en-IN" sz="1200"/>
              <a:t>No major false positives on tremor detection</a:t>
            </a:r>
            <a:br>
              <a:rPr lang="en-IN" sz="1200"/>
            </a:br>
            <a:endParaRPr lang="en-IN" sz="1200"/>
          </a:p>
          <a:p>
            <a:pPr>
              <a:lnSpc>
                <a:spcPct val="90000"/>
              </a:lnSpc>
            </a:pPr>
            <a:r>
              <a:rPr lang="en-IN" sz="1200" b="1"/>
              <a:t>4. Feature Explorer Insights</a:t>
            </a:r>
          </a:p>
          <a:p>
            <a:pPr>
              <a:lnSpc>
                <a:spcPct val="90000"/>
              </a:lnSpc>
            </a:pPr>
            <a:r>
              <a:rPr lang="en-IN" sz="1200"/>
              <a:t>Spectrogram clusters of tremor data show </a:t>
            </a:r>
            <a:r>
              <a:rPr lang="en-IN" sz="1200" b="1"/>
              <a:t>clear 4–6 Hz energy band</a:t>
            </a:r>
            <a:endParaRPr lang="en-IN" sz="1200"/>
          </a:p>
          <a:p>
            <a:pPr>
              <a:lnSpc>
                <a:spcPct val="90000"/>
              </a:lnSpc>
            </a:pPr>
            <a:r>
              <a:rPr lang="en-IN" sz="1200"/>
              <a:t>Non-tremor clusters spread wide → helps classifier learn boundaries</a:t>
            </a:r>
          </a:p>
          <a:p>
            <a:pPr>
              <a:lnSpc>
                <a:spcPct val="90000"/>
              </a:lnSpc>
            </a:pPr>
            <a:endParaRPr lang="en-IN" sz="1200" i="1"/>
          </a:p>
          <a:p>
            <a:pPr>
              <a:lnSpc>
                <a:spcPct val="90000"/>
              </a:lnSpc>
            </a:pPr>
            <a:endParaRPr lang="en-IN" sz="1200"/>
          </a:p>
          <a:p>
            <a:pPr>
              <a:lnSpc>
                <a:spcPct val="90000"/>
              </a:lnSpc>
            </a:pPr>
            <a:endParaRPr lang="en-IN" sz="12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5FB8105-3B06-5ADE-E2F7-187630754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785056"/>
              </p:ext>
            </p:extLst>
          </p:nvPr>
        </p:nvGraphicFramePr>
        <p:xfrm>
          <a:off x="4433649" y="3546166"/>
          <a:ext cx="3862709" cy="1590424"/>
        </p:xfrm>
        <a:graphic>
          <a:graphicData uri="http://schemas.openxmlformats.org/drawingml/2006/table">
            <a:tbl>
              <a:tblPr/>
              <a:tblGrid>
                <a:gridCol w="1565806">
                  <a:extLst>
                    <a:ext uri="{9D8B030D-6E8A-4147-A177-3AD203B41FA5}">
                      <a16:colId xmlns:a16="http://schemas.microsoft.com/office/drawing/2014/main" val="2186631464"/>
                    </a:ext>
                  </a:extLst>
                </a:gridCol>
                <a:gridCol w="924751">
                  <a:extLst>
                    <a:ext uri="{9D8B030D-6E8A-4147-A177-3AD203B41FA5}">
                      <a16:colId xmlns:a16="http://schemas.microsoft.com/office/drawing/2014/main" val="3529552410"/>
                    </a:ext>
                  </a:extLst>
                </a:gridCol>
                <a:gridCol w="700116">
                  <a:extLst>
                    <a:ext uri="{9D8B030D-6E8A-4147-A177-3AD203B41FA5}">
                      <a16:colId xmlns:a16="http://schemas.microsoft.com/office/drawing/2014/main" val="1028561584"/>
                    </a:ext>
                  </a:extLst>
                </a:gridCol>
                <a:gridCol w="672036">
                  <a:extLst>
                    <a:ext uri="{9D8B030D-6E8A-4147-A177-3AD203B41FA5}">
                      <a16:colId xmlns:a16="http://schemas.microsoft.com/office/drawing/2014/main" val="562341501"/>
                    </a:ext>
                  </a:extLst>
                </a:gridCol>
              </a:tblGrid>
              <a:tr h="49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Class</a:t>
                      </a:r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Precision</a:t>
                      </a:r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Recall</a:t>
                      </a:r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F1-Score</a:t>
                      </a:r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696775"/>
                  </a:ext>
                </a:extLst>
              </a:tr>
              <a:tr h="29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tremor_rest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95%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93%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94%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408259"/>
                  </a:ext>
                </a:extLst>
              </a:tr>
              <a:tr h="29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no_tremor_rest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90%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89%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89%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861050"/>
                  </a:ext>
                </a:extLst>
              </a:tr>
              <a:tr h="49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normal_movement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91%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94%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i="1"/>
                        <a:t>92%</a:t>
                      </a:r>
                      <a:endParaRPr lang="en-IN" sz="1300"/>
                    </a:p>
                  </a:txBody>
                  <a:tcPr marL="67391" marR="67391" marT="33695" marB="33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8160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7821"/>
          </a:xfrm>
        </p:spPr>
        <p:txBody>
          <a:bodyPr>
            <a:normAutofit fontScale="90000"/>
          </a:bodyPr>
          <a:lstStyle/>
          <a:p>
            <a:r>
              <a:rPr dirty="0"/>
              <a:t>14. Iterations &amp; Experiment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815" y="1081668"/>
            <a:ext cx="4361985" cy="5776332"/>
          </a:xfrm>
        </p:spPr>
        <p:txBody>
          <a:bodyPr>
            <a:normAutofit fontScale="25000" lnSpcReduction="20000"/>
          </a:bodyPr>
          <a:lstStyle/>
          <a:p>
            <a:r>
              <a:rPr lang="en-IN" sz="4200" b="1" dirty="0"/>
              <a:t>1. Iteration 1 — Baseline Model</a:t>
            </a:r>
          </a:p>
          <a:p>
            <a:r>
              <a:rPr lang="en-IN" sz="4200" b="1" dirty="0"/>
              <a:t>DSP:</a:t>
            </a:r>
            <a:r>
              <a:rPr lang="en-IN" sz="4200" dirty="0"/>
              <a:t> Raw Accelerometer + Gyroscope</a:t>
            </a:r>
          </a:p>
          <a:p>
            <a:r>
              <a:rPr lang="en-IN" sz="4200" b="1" dirty="0"/>
              <a:t>Model:</a:t>
            </a:r>
            <a:r>
              <a:rPr lang="en-IN" sz="4200" dirty="0"/>
              <a:t> Simple 1D CNN</a:t>
            </a:r>
          </a:p>
          <a:p>
            <a:r>
              <a:rPr lang="en-IN" sz="4200" b="1" dirty="0"/>
              <a:t>Epochs:</a:t>
            </a:r>
            <a:r>
              <a:rPr lang="en-IN" sz="4200" dirty="0"/>
              <a:t> 30</a:t>
            </a:r>
          </a:p>
          <a:p>
            <a:r>
              <a:rPr lang="en-IN" sz="4200" b="1" dirty="0"/>
              <a:t>Accuracy:</a:t>
            </a:r>
            <a:r>
              <a:rPr lang="en-IN" sz="4200" dirty="0"/>
              <a:t> </a:t>
            </a:r>
            <a:r>
              <a:rPr lang="en-IN" sz="4200" i="1" dirty="0"/>
              <a:t>~78%</a:t>
            </a:r>
            <a:endParaRPr lang="en-IN" sz="4200" dirty="0"/>
          </a:p>
          <a:p>
            <a:r>
              <a:rPr lang="en-IN" sz="4200" b="1" dirty="0"/>
              <a:t>Observations:</a:t>
            </a:r>
            <a:endParaRPr lang="en-IN" sz="4200" dirty="0"/>
          </a:p>
          <a:p>
            <a:pPr lvl="1"/>
            <a:r>
              <a:rPr lang="en-IN" sz="4200" dirty="0"/>
              <a:t>Overfitting due to limited data</a:t>
            </a:r>
          </a:p>
          <a:p>
            <a:pPr lvl="1"/>
            <a:r>
              <a:rPr lang="en-IN" sz="4200" dirty="0"/>
              <a:t>Tremor vs. </a:t>
            </a:r>
            <a:r>
              <a:rPr lang="en-IN" sz="4200" dirty="0" err="1"/>
              <a:t>no_tremor</a:t>
            </a:r>
            <a:r>
              <a:rPr lang="en-IN" sz="4200" dirty="0"/>
              <a:t> confusion</a:t>
            </a:r>
          </a:p>
          <a:p>
            <a:pPr lvl="1"/>
            <a:r>
              <a:rPr lang="en-IN" sz="4200" dirty="0"/>
              <a:t>Needed better feature extraction</a:t>
            </a:r>
          </a:p>
          <a:p>
            <a:br>
              <a:rPr lang="en-IN" sz="4200" dirty="0"/>
            </a:br>
            <a:endParaRPr lang="en-IN" sz="4200" dirty="0"/>
          </a:p>
          <a:p>
            <a:r>
              <a:rPr lang="en-IN" sz="4200" b="1" dirty="0"/>
              <a:t>2. Iteration 2 — Spectrogram-Based Features</a:t>
            </a:r>
          </a:p>
          <a:p>
            <a:r>
              <a:rPr lang="en-IN" sz="4200" b="1" dirty="0"/>
              <a:t>DSP:</a:t>
            </a:r>
            <a:r>
              <a:rPr lang="en-IN" sz="4200" dirty="0"/>
              <a:t> Spectrogram (100 Hz, 2s window)</a:t>
            </a:r>
          </a:p>
          <a:p>
            <a:r>
              <a:rPr lang="en-IN" sz="4200" b="1" dirty="0"/>
              <a:t>Model:</a:t>
            </a:r>
            <a:r>
              <a:rPr lang="en-IN" sz="4200" dirty="0"/>
              <a:t> CNN (2 Conv layers + Dense)</a:t>
            </a:r>
          </a:p>
          <a:p>
            <a:r>
              <a:rPr lang="en-IN" sz="4200" b="1" dirty="0"/>
              <a:t>Accuracy:</a:t>
            </a:r>
            <a:r>
              <a:rPr lang="en-IN" sz="4200" dirty="0"/>
              <a:t> </a:t>
            </a:r>
            <a:r>
              <a:rPr lang="en-IN" sz="4200" i="1" dirty="0"/>
              <a:t>~86%</a:t>
            </a:r>
            <a:endParaRPr lang="en-IN" sz="4200" dirty="0"/>
          </a:p>
          <a:p>
            <a:r>
              <a:rPr lang="en-IN" sz="4200" b="1" dirty="0"/>
              <a:t>Improvements:</a:t>
            </a:r>
            <a:endParaRPr lang="en-IN" sz="4200" dirty="0"/>
          </a:p>
          <a:p>
            <a:pPr lvl="1"/>
            <a:r>
              <a:rPr lang="en-IN" sz="4200" dirty="0"/>
              <a:t>Clear tremor frequency band (4–6 Hz) visible</a:t>
            </a:r>
          </a:p>
          <a:p>
            <a:pPr lvl="1"/>
            <a:r>
              <a:rPr lang="en-IN" sz="4200" dirty="0"/>
              <a:t>Better separation of </a:t>
            </a:r>
            <a:r>
              <a:rPr lang="en-IN" sz="4200" dirty="0" err="1"/>
              <a:t>normal_movement</a:t>
            </a:r>
            <a:endParaRPr lang="en-IN" sz="4200" dirty="0"/>
          </a:p>
          <a:p>
            <a:r>
              <a:rPr lang="en-IN" sz="4200" b="1" dirty="0"/>
              <a:t>Issues:</a:t>
            </a:r>
            <a:endParaRPr lang="en-IN" sz="4200" dirty="0"/>
          </a:p>
          <a:p>
            <a:pPr lvl="1"/>
            <a:r>
              <a:rPr lang="en-IN" sz="4200" dirty="0"/>
              <a:t>Class imbalance between tremor and non-tremor samples</a:t>
            </a:r>
          </a:p>
          <a:p>
            <a:pPr lvl="1"/>
            <a:r>
              <a:rPr lang="en-IN" sz="4200" dirty="0"/>
              <a:t>Some false positives during movement noise</a:t>
            </a:r>
          </a:p>
          <a:p>
            <a:pPr marL="457200" lvl="1" indent="0">
              <a:buNone/>
            </a:pPr>
            <a:endParaRPr lang="en-IN" sz="4200" dirty="0"/>
          </a:p>
          <a:p>
            <a:r>
              <a:rPr lang="en-IN" sz="4200" b="1" dirty="0"/>
              <a:t>3. Iteration 3 — Dataset Balancing &amp; Noise Samples</a:t>
            </a:r>
          </a:p>
          <a:p>
            <a:r>
              <a:rPr lang="en-IN" sz="4200" b="1" dirty="0"/>
              <a:t>Added:</a:t>
            </a:r>
            <a:endParaRPr lang="en-IN" sz="4200" dirty="0"/>
          </a:p>
          <a:p>
            <a:pPr lvl="1"/>
            <a:r>
              <a:rPr lang="en-IN" sz="4200" dirty="0"/>
              <a:t>Noise movements (shaking, random motion)</a:t>
            </a:r>
          </a:p>
          <a:p>
            <a:pPr lvl="1"/>
            <a:r>
              <a:rPr lang="en-IN" sz="4200" dirty="0"/>
              <a:t>More </a:t>
            </a:r>
            <a:r>
              <a:rPr lang="en-IN" sz="4200" dirty="0" err="1"/>
              <a:t>no_tremor_rest</a:t>
            </a:r>
            <a:r>
              <a:rPr lang="en-IN" sz="4200" dirty="0"/>
              <a:t> samples</a:t>
            </a:r>
          </a:p>
          <a:p>
            <a:r>
              <a:rPr lang="en-IN" sz="4200" b="1" dirty="0"/>
              <a:t>DSP:</a:t>
            </a:r>
            <a:r>
              <a:rPr lang="en-IN" sz="4200" dirty="0"/>
              <a:t> Spectrogram + Denoising</a:t>
            </a:r>
          </a:p>
          <a:p>
            <a:r>
              <a:rPr lang="en-IN" sz="4200" b="1" dirty="0"/>
              <a:t>Accuracy:</a:t>
            </a:r>
            <a:r>
              <a:rPr lang="en-IN" sz="4200" dirty="0"/>
              <a:t> </a:t>
            </a:r>
            <a:r>
              <a:rPr lang="en-IN" sz="4200" i="1" dirty="0"/>
              <a:t>~90%</a:t>
            </a:r>
            <a:endParaRPr lang="en-IN" sz="4200" dirty="0"/>
          </a:p>
          <a:p>
            <a:r>
              <a:rPr lang="en-IN" sz="4200" b="1" dirty="0"/>
              <a:t>Results:</a:t>
            </a:r>
            <a:endParaRPr lang="en-IN" sz="4200" dirty="0"/>
          </a:p>
          <a:p>
            <a:pPr lvl="1"/>
            <a:r>
              <a:rPr lang="en-IN" sz="4200" dirty="0"/>
              <a:t>Reduced false positives</a:t>
            </a:r>
          </a:p>
          <a:p>
            <a:pPr lvl="1"/>
            <a:r>
              <a:rPr lang="en-IN" sz="4200" dirty="0"/>
              <a:t>Rest tremor detection improved</a:t>
            </a:r>
          </a:p>
          <a:p>
            <a:r>
              <a:rPr lang="en-IN" sz="4200" b="1" dirty="0"/>
              <a:t>Remaining Challenge:</a:t>
            </a:r>
            <a:endParaRPr lang="en-IN" sz="4200" dirty="0"/>
          </a:p>
          <a:p>
            <a:pPr lvl="1"/>
            <a:r>
              <a:rPr lang="en-IN" sz="4200" dirty="0"/>
              <a:t>Need stronger recall for </a:t>
            </a:r>
            <a:r>
              <a:rPr lang="en-IN" sz="4200" dirty="0" err="1"/>
              <a:t>tremor_rest</a:t>
            </a:r>
            <a:endParaRPr lang="en-IN" sz="4200" dirty="0"/>
          </a:p>
          <a:p>
            <a:pPr lvl="1"/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F476D-E72A-63B6-078B-164341C3A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081669"/>
            <a:ext cx="4272776" cy="5687122"/>
          </a:xfrm>
        </p:spPr>
        <p:txBody>
          <a:bodyPr>
            <a:normAutofit fontScale="25000" lnSpcReduction="20000"/>
          </a:bodyPr>
          <a:lstStyle/>
          <a:p>
            <a:r>
              <a:rPr lang="en-IN" sz="4200" b="1" dirty="0"/>
              <a:t>4. Iteration 4 — Hyperparameter Optimization</a:t>
            </a:r>
          </a:p>
          <a:p>
            <a:r>
              <a:rPr lang="en-IN" sz="4200" b="1" dirty="0"/>
              <a:t>Changes:</a:t>
            </a:r>
            <a:endParaRPr lang="en-IN" sz="4200" dirty="0"/>
          </a:p>
          <a:p>
            <a:pPr lvl="1"/>
            <a:r>
              <a:rPr lang="en-IN" sz="4200" dirty="0"/>
              <a:t>Epochs → 50</a:t>
            </a:r>
          </a:p>
          <a:p>
            <a:pPr lvl="1"/>
            <a:r>
              <a:rPr lang="en-IN" sz="4200" dirty="0"/>
              <a:t>Learning Rate → 0.005 → LR scheduler</a:t>
            </a:r>
          </a:p>
          <a:p>
            <a:pPr lvl="1"/>
            <a:r>
              <a:rPr lang="en-IN" sz="4200" dirty="0"/>
              <a:t>Batch Size → 32</a:t>
            </a:r>
          </a:p>
          <a:p>
            <a:r>
              <a:rPr lang="en-IN" sz="4200" b="1" dirty="0"/>
              <a:t>Accuracy:</a:t>
            </a:r>
            <a:r>
              <a:rPr lang="en-IN" sz="4200" dirty="0"/>
              <a:t> </a:t>
            </a:r>
            <a:r>
              <a:rPr lang="en-IN" sz="4200" i="1" dirty="0"/>
              <a:t>~93%</a:t>
            </a:r>
            <a:endParaRPr lang="en-IN" sz="4200" dirty="0"/>
          </a:p>
          <a:p>
            <a:r>
              <a:rPr lang="en-IN" sz="4200" b="1" dirty="0"/>
              <a:t>Outcome:</a:t>
            </a:r>
            <a:endParaRPr lang="en-IN" sz="4200" dirty="0"/>
          </a:p>
          <a:p>
            <a:pPr lvl="1"/>
            <a:r>
              <a:rPr lang="en-IN" sz="4200" dirty="0"/>
              <a:t>Significant improvement in tremor recall</a:t>
            </a:r>
          </a:p>
          <a:p>
            <a:pPr lvl="1"/>
            <a:r>
              <a:rPr lang="en-IN" sz="4200" dirty="0"/>
              <a:t>More stable validation loss</a:t>
            </a:r>
          </a:p>
          <a:p>
            <a:r>
              <a:rPr lang="en-IN" sz="4200" b="1" dirty="0"/>
              <a:t>Notes:</a:t>
            </a:r>
            <a:endParaRPr lang="en-IN" sz="4200" dirty="0"/>
          </a:p>
          <a:p>
            <a:pPr marL="457200" lvl="1" indent="0">
              <a:buNone/>
            </a:pPr>
            <a:r>
              <a:rPr lang="en-IN" sz="4200" dirty="0"/>
              <a:t>Early stopping activated when loss oscillated</a:t>
            </a:r>
          </a:p>
          <a:p>
            <a:pPr marL="0" indent="0">
              <a:buNone/>
            </a:pPr>
            <a:endParaRPr lang="en-IN" sz="4200" dirty="0"/>
          </a:p>
          <a:p>
            <a:r>
              <a:rPr lang="en-IN" sz="4200" b="1" dirty="0"/>
              <a:t>5. Iteration 5 — Cross-Subject Validation</a:t>
            </a:r>
          </a:p>
          <a:p>
            <a:r>
              <a:rPr lang="en-IN" sz="4200" b="1" dirty="0"/>
              <a:t>Train on Subject A</a:t>
            </a:r>
            <a:r>
              <a:rPr lang="en-IN" sz="4200" dirty="0"/>
              <a:t>, </a:t>
            </a:r>
            <a:r>
              <a:rPr lang="en-IN" sz="4200" b="1" dirty="0"/>
              <a:t>Test on Subject B</a:t>
            </a:r>
            <a:endParaRPr lang="en-IN" sz="4200" dirty="0"/>
          </a:p>
          <a:p>
            <a:r>
              <a:rPr lang="en-IN" sz="4200" b="1" dirty="0"/>
              <a:t>Accuracy:</a:t>
            </a:r>
            <a:r>
              <a:rPr lang="en-IN" sz="4200" dirty="0"/>
              <a:t> </a:t>
            </a:r>
            <a:r>
              <a:rPr lang="en-IN" sz="4200" i="1" dirty="0"/>
              <a:t>~88%</a:t>
            </a:r>
            <a:endParaRPr lang="en-IN" sz="4200" dirty="0"/>
          </a:p>
          <a:p>
            <a:r>
              <a:rPr lang="en-IN" sz="4200" b="1" dirty="0"/>
              <a:t>Findings:</a:t>
            </a:r>
            <a:endParaRPr lang="en-IN" sz="4200" dirty="0"/>
          </a:p>
          <a:p>
            <a:pPr lvl="1"/>
            <a:r>
              <a:rPr lang="en-IN" sz="4200" dirty="0"/>
              <a:t>Slight drop due to personalized movement patterns</a:t>
            </a:r>
          </a:p>
          <a:p>
            <a:pPr lvl="1"/>
            <a:r>
              <a:rPr lang="en-IN" sz="4200" dirty="0"/>
              <a:t>Model still generalizes well</a:t>
            </a:r>
          </a:p>
          <a:p>
            <a:r>
              <a:rPr lang="en-IN" sz="4200" b="1" dirty="0"/>
              <a:t>Next Steps:</a:t>
            </a:r>
            <a:endParaRPr lang="en-IN" sz="4200" dirty="0"/>
          </a:p>
          <a:p>
            <a:pPr lvl="1"/>
            <a:r>
              <a:rPr lang="en-IN" sz="4200" dirty="0"/>
              <a:t>Collect more diverse user samples</a:t>
            </a:r>
          </a:p>
          <a:p>
            <a:pPr lvl="1"/>
            <a:r>
              <a:rPr lang="en-IN" sz="4200" dirty="0"/>
              <a:t>Try domain adaptation techniques</a:t>
            </a:r>
          </a:p>
          <a:p>
            <a:endParaRPr lang="en-IN" sz="4200" dirty="0"/>
          </a:p>
          <a:p>
            <a:r>
              <a:rPr lang="en-IN" sz="4200" b="1" dirty="0"/>
              <a:t>6. Final Iteration — Edge Optimization</a:t>
            </a:r>
          </a:p>
          <a:p>
            <a:r>
              <a:rPr lang="en-IN" sz="4200" b="1" dirty="0"/>
              <a:t>Quantization:</a:t>
            </a:r>
            <a:r>
              <a:rPr lang="en-IN" sz="4200" dirty="0"/>
              <a:t> int8</a:t>
            </a:r>
          </a:p>
          <a:p>
            <a:r>
              <a:rPr lang="en-IN" sz="4200" b="1" dirty="0"/>
              <a:t>EON Compiler:</a:t>
            </a:r>
            <a:r>
              <a:rPr lang="en-IN" sz="4200" dirty="0"/>
              <a:t> Enabled</a:t>
            </a:r>
          </a:p>
          <a:p>
            <a:r>
              <a:rPr lang="en-IN" sz="4200" b="1" dirty="0"/>
              <a:t>Inference Time:</a:t>
            </a:r>
            <a:r>
              <a:rPr lang="en-IN" sz="4200" dirty="0"/>
              <a:t> </a:t>
            </a:r>
            <a:r>
              <a:rPr lang="en-IN" sz="4200" i="1" dirty="0"/>
              <a:t>&lt; 80 </a:t>
            </a:r>
            <a:r>
              <a:rPr lang="en-IN" sz="4200" i="1" dirty="0" err="1"/>
              <a:t>ms</a:t>
            </a:r>
            <a:r>
              <a:rPr lang="en-IN" sz="4200" dirty="0"/>
              <a:t> on phone; </a:t>
            </a:r>
            <a:r>
              <a:rPr lang="en-IN" sz="4200" i="1" dirty="0"/>
              <a:t>&lt; 150 </a:t>
            </a:r>
            <a:r>
              <a:rPr lang="en-IN" sz="4200" i="1" dirty="0" err="1"/>
              <a:t>ms</a:t>
            </a:r>
            <a:r>
              <a:rPr lang="en-IN" sz="4200" dirty="0"/>
              <a:t> on microcontroller</a:t>
            </a:r>
          </a:p>
          <a:p>
            <a:r>
              <a:rPr lang="en-IN" sz="4200" b="1" dirty="0"/>
              <a:t>Memory Footprint:</a:t>
            </a:r>
            <a:endParaRPr lang="en-IN" sz="4200" dirty="0"/>
          </a:p>
          <a:p>
            <a:pPr lvl="1"/>
            <a:r>
              <a:rPr lang="en-IN" sz="4200" dirty="0"/>
              <a:t>Model size: </a:t>
            </a:r>
            <a:r>
              <a:rPr lang="en-IN" sz="4200" i="1" dirty="0"/>
              <a:t>&lt; 300 KB</a:t>
            </a:r>
            <a:endParaRPr lang="en-IN" sz="4200" dirty="0"/>
          </a:p>
          <a:p>
            <a:r>
              <a:rPr lang="en-IN" sz="4200" b="1" dirty="0"/>
              <a:t>Result:</a:t>
            </a:r>
            <a:endParaRPr lang="en-IN" sz="4200" dirty="0"/>
          </a:p>
          <a:p>
            <a:pPr lvl="1"/>
            <a:r>
              <a:rPr lang="en-IN" sz="4200" dirty="0"/>
              <a:t>Smooth, real-time tremor detection</a:t>
            </a:r>
          </a:p>
          <a:p>
            <a:pPr lvl="1"/>
            <a:r>
              <a:rPr lang="en-IN" sz="4200" dirty="0"/>
              <a:t>Works reliably on low-cost hardware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15. Future Work &amp; Ethical Considerations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DE0547-9834-C7E4-400C-C8A85B4606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137" y="2018806"/>
            <a:ext cx="8375586" cy="4605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Enhancement &amp; Optimization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Future improvements may include experimenting with advanced architectures such as transformers, hybrid CNN-RNN networks, or self-supervised models to improve accuracy and robustness.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Additionally, hyperparameter tuning using automated methods like Bayesian optimization or genetic algorithms can further optimize model performance.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Scalability &amp; Deployment Improvements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Scaling the system for real-time deployment using containerized solutions (Docker, Kubernetes) can enhance system reliability.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Integrating edge-based deployment strategies can reduce latency, making the solution suitable for real-time industrial applications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Expanding Dataset &amp; Domain Adaptation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Incorporating larger, diverse datasets from various environments will improve generalizability.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Domain adaptation and transfer learning approaches can be added so the model performs reliably across different lighting conditions, camera devices, and user demographics.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Integration With Business Systems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Future versions may integrate with ERP, CRM, or analytics dashboards for end-to-end automation.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API-based interfaces can allow seamless communication between the AI model and enterprise tools.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Explainability &amp; Interpretability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Adding interpretable AI modules like Grad-CAM, SHAP, or LIME can help users understand model decisions.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will build trust and allow debugging of incorrect predictions.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03336D98-13E8-F341-E0C3-7320EF05DA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044" r="695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16. Submission Checklist (Model Development Track)</a:t>
            </a:r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B9302B-B984-B38B-08F0-A36E6CE3B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00662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dirty="0"/>
              <a:t>17. References &amp;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571" y="1025912"/>
            <a:ext cx="8820614" cy="5832088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References</a:t>
            </a:r>
          </a:p>
          <a:p>
            <a:r>
              <a:rPr lang="en-IN" dirty="0"/>
              <a:t>Follow a simple and clean citation style (IEEE format recommended):</a:t>
            </a:r>
          </a:p>
          <a:p>
            <a:r>
              <a:rPr lang="en-IN" dirty="0"/>
              <a:t>I. Goodfellow, Y. Bengio, and A. Courville, </a:t>
            </a:r>
            <a:r>
              <a:rPr lang="en-IN" i="1" dirty="0"/>
              <a:t>Deep Learning</a:t>
            </a:r>
            <a:r>
              <a:rPr lang="en-IN" dirty="0"/>
              <a:t>. MIT Press, 2016.</a:t>
            </a:r>
          </a:p>
          <a:p>
            <a:r>
              <a:rPr lang="en-IN" dirty="0"/>
              <a:t>K. He, X. Zhang, S. Ren, and J. Sun, “Deep residual learning for image recognition,” in </a:t>
            </a:r>
            <a:r>
              <a:rPr lang="en-IN" i="1" dirty="0"/>
              <a:t>Proceedings of the IEEE CVPR</a:t>
            </a:r>
            <a:r>
              <a:rPr lang="en-IN" dirty="0"/>
              <a:t>, 2016.</a:t>
            </a:r>
          </a:p>
          <a:p>
            <a:r>
              <a:rPr lang="en-IN" dirty="0"/>
              <a:t>O. </a:t>
            </a:r>
            <a:r>
              <a:rPr lang="en-IN" dirty="0" err="1"/>
              <a:t>Ronneberger</a:t>
            </a:r>
            <a:r>
              <a:rPr lang="en-IN" dirty="0"/>
              <a:t>, P. Fischer, and T. Brox, “U-Net: Convolutional networks for biomedical image segmentation,” </a:t>
            </a:r>
            <a:r>
              <a:rPr lang="en-IN" i="1" dirty="0"/>
              <a:t>MICCAI</a:t>
            </a:r>
            <a:r>
              <a:rPr lang="en-IN" dirty="0"/>
              <a:t>, 2015.</a:t>
            </a:r>
          </a:p>
          <a:p>
            <a:r>
              <a:rPr lang="en-IN" dirty="0"/>
              <a:t>TensorFlow Documentation — </a:t>
            </a:r>
            <a:r>
              <a:rPr lang="en-IN" dirty="0">
                <a:hlinkClick r:id="rId2"/>
              </a:rPr>
              <a:t>https://www.tensorflow.org</a:t>
            </a:r>
            <a:endParaRPr lang="en-IN" dirty="0"/>
          </a:p>
          <a:p>
            <a:r>
              <a:rPr lang="en-IN" dirty="0" err="1"/>
              <a:t>PyTorch</a:t>
            </a:r>
            <a:r>
              <a:rPr lang="en-IN" dirty="0"/>
              <a:t> Documentation — </a:t>
            </a:r>
            <a:r>
              <a:rPr lang="en-IN" dirty="0">
                <a:hlinkClick r:id="rId3"/>
              </a:rPr>
              <a:t>https://pytorch.org</a:t>
            </a:r>
            <a:endParaRPr lang="en-IN" dirty="0"/>
          </a:p>
          <a:p>
            <a:r>
              <a:rPr lang="en-IN" dirty="0"/>
              <a:t>Scikit-learn Documentation — </a:t>
            </a:r>
            <a:r>
              <a:rPr lang="en-IN" dirty="0">
                <a:hlinkClick r:id="rId4"/>
              </a:rPr>
              <a:t>https://scikit-learn.org</a:t>
            </a:r>
            <a:endParaRPr lang="en-IN" dirty="0"/>
          </a:p>
          <a:p>
            <a:r>
              <a:rPr lang="en-IN" dirty="0"/>
              <a:t>Kaggle Datasets — </a:t>
            </a:r>
            <a:r>
              <a:rPr lang="en-IN" dirty="0">
                <a:hlinkClick r:id="rId5"/>
              </a:rPr>
              <a:t>https://www.kaggle.com/datasets</a:t>
            </a:r>
            <a:endParaRPr lang="en-IN" dirty="0"/>
          </a:p>
          <a:p>
            <a:r>
              <a:rPr lang="en-IN" i="1" dirty="0"/>
              <a:t>(You can give me your dataset/model details, and I’ll generate perfectly formatted custom references.)</a:t>
            </a:r>
          </a:p>
          <a:p>
            <a:endParaRPr lang="en-IN" i="1" dirty="0"/>
          </a:p>
          <a:p>
            <a:r>
              <a:rPr lang="en-US" b="1" dirty="0"/>
              <a:t>Project Team</a:t>
            </a:r>
          </a:p>
          <a:p>
            <a:r>
              <a:rPr lang="en-US" b="1" dirty="0"/>
              <a:t>Name:</a:t>
            </a:r>
            <a:r>
              <a:rPr lang="en-US" dirty="0"/>
              <a:t> Harishwaran K</a:t>
            </a:r>
          </a:p>
          <a:p>
            <a:r>
              <a:rPr lang="en-US" b="1" dirty="0"/>
              <a:t>Role:</a:t>
            </a:r>
            <a:r>
              <a:rPr lang="en-US" dirty="0"/>
              <a:t> Model Developer</a:t>
            </a:r>
          </a:p>
          <a:p>
            <a:r>
              <a:rPr lang="en-US" b="1" dirty="0"/>
              <a:t>Email:</a:t>
            </a:r>
            <a:r>
              <a:rPr lang="en-US" dirty="0"/>
              <a:t> </a:t>
            </a:r>
            <a:r>
              <a:rPr lang="en-US" i="1" dirty="0">
                <a:hlinkClick r:id="rId6"/>
              </a:rPr>
              <a:t>harishwaran5678@gmail.com</a:t>
            </a:r>
            <a:r>
              <a:rPr lang="en-US" i="1" dirty="0"/>
              <a:t> or </a:t>
            </a:r>
            <a:r>
              <a:rPr lang="en-US" i="1" dirty="0">
                <a:hlinkClick r:id="rId7"/>
              </a:rPr>
              <a:t>waranharish632@gmail.com</a:t>
            </a:r>
            <a:r>
              <a:rPr lang="en-US" i="1" dirty="0"/>
              <a:t> </a:t>
            </a:r>
            <a:endParaRPr lang="en-US" dirty="0"/>
          </a:p>
          <a:p>
            <a:r>
              <a:rPr lang="en-US" b="1" dirty="0"/>
              <a:t>Phone (optional):</a:t>
            </a:r>
            <a:r>
              <a:rPr lang="en-US" dirty="0"/>
              <a:t> </a:t>
            </a:r>
            <a:r>
              <a:rPr lang="en-US" i="1" dirty="0"/>
              <a:t>9360275095</a:t>
            </a:r>
            <a:endParaRPr lang="en-US" dirty="0"/>
          </a:p>
          <a:p>
            <a:r>
              <a:rPr lang="en-US" b="1" dirty="0"/>
              <a:t>GitHub: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https://github.com/HARIScyber</a:t>
            </a:r>
            <a:r>
              <a:rPr lang="en-US" dirty="0"/>
              <a:t>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3335</Words>
  <Application>Microsoft Office PowerPoint</Application>
  <PresentationFormat>On-screen Show (4:3)</PresentationFormat>
  <Paragraphs>506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Edge AI for Personalized Healthcare Wearable Tremor Detection for Early Parkinson’s</vt:lpstr>
      <vt:lpstr>1. Project Overview</vt:lpstr>
      <vt:lpstr>2. Motivation &amp; Impact</vt:lpstr>
      <vt:lpstr>3. Objectives</vt:lpstr>
      <vt:lpstr>4. Use Case &amp; Users</vt:lpstr>
      <vt:lpstr>5. Dataset: Classes &amp; Sources</vt:lpstr>
      <vt:lpstr>6. Data Collection Plan (How to record)</vt:lpstr>
      <vt:lpstr>7. Preprocessing &amp; Feature Extraction</vt:lpstr>
      <vt:lpstr>8. Impulse Design (Edge Impulse)</vt:lpstr>
      <vt:lpstr>9. Model Training: Settings</vt:lpstr>
      <vt:lpstr>10. Validation &amp; Testing</vt:lpstr>
      <vt:lpstr>11. Optimization for Edge</vt:lpstr>
      <vt:lpstr>12. Deployment Options</vt:lpstr>
      <vt:lpstr>13. Results &amp; Metrics (Example placeholders)</vt:lpstr>
      <vt:lpstr>14. Iterations &amp; Experiment Log</vt:lpstr>
      <vt:lpstr>15. Future Work &amp; Ethical Considerations</vt:lpstr>
      <vt:lpstr>16. Submission Checklist (Model Development Track)</vt:lpstr>
      <vt:lpstr>17. References &amp; Contacts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 waran</cp:lastModifiedBy>
  <cp:revision>3</cp:revision>
  <dcterms:created xsi:type="dcterms:W3CDTF">2013-01-27T09:14:16Z</dcterms:created>
  <dcterms:modified xsi:type="dcterms:W3CDTF">2025-11-28T11:20:26Z</dcterms:modified>
  <cp:category/>
</cp:coreProperties>
</file>